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6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35"/>
    <p:restoredTop sz="95897"/>
  </p:normalViewPr>
  <p:slideViewPr>
    <p:cSldViewPr snapToGrid="0">
      <p:cViewPr>
        <p:scale>
          <a:sx n="134" d="100"/>
          <a:sy n="134" d="100"/>
        </p:scale>
        <p:origin x="96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E76526-7FE1-4F39-ACFF-8294A6E368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EDA393-819A-4089-8839-248BDFE8015E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47625" cy="68580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A5A1F5-4F8B-4AC2-81D2-C2B8312E33CE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226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22630"/>
                </a:solidFill>
                <a:latin typeface="Aptos"/>
                <a:ea typeface="Aptos"/>
                <a:cs typeface="Aptos"/>
              </a:rPr>
              <a:t>MIGRATION TASK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C32329-9E98-4CB9-94DF-02CD3A3736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Convert each legacy document ID into a 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C4D63-566A-44BC-BFC6-B6AEF22C544C}"/>
              </a:ext>
            </a:extLst>
          </p:cNvPr>
          <p:cNvSpPr>
            <a:spLocks noGrp="1"/>
          </p:cNvSpPr>
          <p:nvPr/>
        </p:nvSpPr>
        <p:spPr>
          <a:xfrm>
            <a:off x="590550" y="11049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The first output is not code. It is a development-ready map for one document.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2580A-7955-472D-85C5-31478A1E2157}"/>
              </a:ext>
            </a:extLst>
          </p:cNvPr>
          <p:cNvSpPr>
            <a:spLocks noGrp="1"/>
          </p:cNvSpPr>
          <p:nvPr/>
        </p:nvSpPr>
        <p:spPr>
          <a:xfrm>
            <a:off x="1520952" y="2100834"/>
            <a:ext cx="1238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FCC43A-1C1D-46AD-A5D8-C505409FFCBF}"/>
              </a:ext>
            </a:extLst>
          </p:cNvPr>
          <p:cNvSpPr>
            <a:spLocks noGrp="1"/>
          </p:cNvSpPr>
          <p:nvPr/>
        </p:nvSpPr>
        <p:spPr>
          <a:xfrm>
            <a:off x="1635252" y="2196084"/>
            <a:ext cx="1238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E2EC1E-A534-4DC2-A1D3-CADBBDDEBC35}"/>
              </a:ext>
            </a:extLst>
          </p:cNvPr>
          <p:cNvSpPr>
            <a:spLocks noGrp="1"/>
          </p:cNvSpPr>
          <p:nvPr/>
        </p:nvSpPr>
        <p:spPr>
          <a:xfrm>
            <a:off x="1749552" y="2291334"/>
            <a:ext cx="1238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27E1-7317-4FEB-BD7B-9EB49A29F950}"/>
              </a:ext>
            </a:extLst>
          </p:cNvPr>
          <p:cNvSpPr>
            <a:spLocks noGrp="1"/>
          </p:cNvSpPr>
          <p:nvPr/>
        </p:nvSpPr>
        <p:spPr>
          <a:xfrm>
            <a:off x="1749552" y="2291334"/>
            <a:ext cx="1238250" cy="1714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951271-F603-4024-AED1-C673C91EF8F0}"/>
              </a:ext>
            </a:extLst>
          </p:cNvPr>
          <p:cNvSpPr>
            <a:spLocks noGrp="1"/>
          </p:cNvSpPr>
          <p:nvPr/>
        </p:nvSpPr>
        <p:spPr>
          <a:xfrm>
            <a:off x="1749552" y="2577084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copybooks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0AAD37-3571-4941-A76A-5B9B2B29370A}"/>
              </a:ext>
            </a:extLst>
          </p:cNvPr>
          <p:cNvSpPr>
            <a:spLocks noGrp="1"/>
          </p:cNvSpPr>
          <p:nvPr/>
        </p:nvSpPr>
        <p:spPr>
          <a:xfrm>
            <a:off x="1520952" y="3300984"/>
            <a:ext cx="1238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553379-5089-49F4-99FB-6B739E21C9B3}"/>
              </a:ext>
            </a:extLst>
          </p:cNvPr>
          <p:cNvSpPr>
            <a:spLocks noGrp="1"/>
          </p:cNvSpPr>
          <p:nvPr/>
        </p:nvSpPr>
        <p:spPr>
          <a:xfrm>
            <a:off x="1635252" y="3396234"/>
            <a:ext cx="1238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EA410C-60BD-4547-B625-AF74BA06D709}"/>
              </a:ext>
            </a:extLst>
          </p:cNvPr>
          <p:cNvSpPr>
            <a:spLocks noGrp="1"/>
          </p:cNvSpPr>
          <p:nvPr/>
        </p:nvSpPr>
        <p:spPr>
          <a:xfrm>
            <a:off x="1749552" y="3491484"/>
            <a:ext cx="1238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CF6C9C-8DA6-41AE-8A30-3349B51BC01D}"/>
              </a:ext>
            </a:extLst>
          </p:cNvPr>
          <p:cNvSpPr>
            <a:spLocks noGrp="1"/>
          </p:cNvSpPr>
          <p:nvPr/>
        </p:nvSpPr>
        <p:spPr>
          <a:xfrm>
            <a:off x="1749552" y="3491484"/>
            <a:ext cx="1238250" cy="17145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C4C73B-A00E-45C6-82BB-D57CCC38EF18}"/>
              </a:ext>
            </a:extLst>
          </p:cNvPr>
          <p:cNvSpPr>
            <a:spLocks noGrp="1"/>
          </p:cNvSpPr>
          <p:nvPr/>
        </p:nvSpPr>
        <p:spPr>
          <a:xfrm>
            <a:off x="1749552" y="3777234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programs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73B137-08B2-47E9-9D38-3E594A271283}"/>
              </a:ext>
            </a:extLst>
          </p:cNvPr>
          <p:cNvSpPr>
            <a:spLocks noGrp="1"/>
          </p:cNvSpPr>
          <p:nvPr/>
        </p:nvSpPr>
        <p:spPr>
          <a:xfrm>
            <a:off x="1520952" y="4501134"/>
            <a:ext cx="1238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459B49-0862-4527-B5B8-252ED44A30F2}"/>
              </a:ext>
            </a:extLst>
          </p:cNvPr>
          <p:cNvSpPr>
            <a:spLocks noGrp="1"/>
          </p:cNvSpPr>
          <p:nvPr/>
        </p:nvSpPr>
        <p:spPr>
          <a:xfrm>
            <a:off x="1635252" y="4596384"/>
            <a:ext cx="1238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C541A-98A8-44EA-A28E-8311278E26F7}"/>
              </a:ext>
            </a:extLst>
          </p:cNvPr>
          <p:cNvSpPr>
            <a:spLocks noGrp="1"/>
          </p:cNvSpPr>
          <p:nvPr/>
        </p:nvSpPr>
        <p:spPr>
          <a:xfrm>
            <a:off x="1749552" y="4691634"/>
            <a:ext cx="1238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50322F-46FC-47D1-A29F-DFE87EAE8BBE}"/>
              </a:ext>
            </a:extLst>
          </p:cNvPr>
          <p:cNvSpPr>
            <a:spLocks noGrp="1"/>
          </p:cNvSpPr>
          <p:nvPr/>
        </p:nvSpPr>
        <p:spPr>
          <a:xfrm>
            <a:off x="1749552" y="4691634"/>
            <a:ext cx="1238250" cy="171450"/>
          </a:xfrm>
          <a:prstGeom prst="rect">
            <a:avLst/>
          </a:prstGeom>
          <a:solidFill>
            <a:srgbClr val="1E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84B13C-E6AC-4438-97D2-BF2D27306EAD}"/>
              </a:ext>
            </a:extLst>
          </p:cNvPr>
          <p:cNvSpPr>
            <a:spLocks noGrp="1"/>
          </p:cNvSpPr>
          <p:nvPr/>
        </p:nvSpPr>
        <p:spPr>
          <a:xfrm>
            <a:off x="1749552" y="4977384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lang="pt-PT" sz="975" b="1" dirty="0" err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pagedef</a:t>
            </a:r>
            <a:endParaRPr sz="975" b="1" dirty="0">
              <a:solidFill>
                <a:srgbClr val="17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91D7DC-D448-40B1-85A7-962D0A628E84}"/>
              </a:ext>
            </a:extLst>
          </p:cNvPr>
          <p:cNvSpPr>
            <a:spLocks noGrp="1"/>
          </p:cNvSpPr>
          <p:nvPr/>
        </p:nvSpPr>
        <p:spPr>
          <a:xfrm>
            <a:off x="3200400" y="3105150"/>
            <a:ext cx="12192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latin typeface="Aptos"/>
                <a:ea typeface="Aptos"/>
                <a:cs typeface="Aptos"/>
              </a:rPr>
              <a:t>analyze</a:t>
            </a:r>
          </a:p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latin typeface="Aptos"/>
                <a:ea typeface="Aptos"/>
                <a:cs typeface="Aptos"/>
              </a:rPr>
              <a:t>normalize</a:t>
            </a:r>
          </a:p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B563EA-7768-4DF3-B3E8-695947715B26}"/>
              </a:ext>
            </a:extLst>
          </p:cNvPr>
          <p:cNvSpPr>
            <a:spLocks noGrp="1"/>
          </p:cNvSpPr>
          <p:nvPr/>
        </p:nvSpPr>
        <p:spPr>
          <a:xfrm>
            <a:off x="4737735" y="2119884"/>
            <a:ext cx="2381250" cy="3429000"/>
          </a:xfrm>
          <a:prstGeom prst="rect">
            <a:avLst/>
          </a:prstGeom>
          <a:solidFill>
            <a:srgbClr val="D4DA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95780F-E0B0-4BB8-8D75-56B6097E2C88}"/>
              </a:ext>
            </a:extLst>
          </p:cNvPr>
          <p:cNvSpPr>
            <a:spLocks noGrp="1"/>
          </p:cNvSpPr>
          <p:nvPr/>
        </p:nvSpPr>
        <p:spPr>
          <a:xfrm>
            <a:off x="4642485" y="2024634"/>
            <a:ext cx="2381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9D3CF5-9ADE-4DCD-B3F9-CA8E11D6F0B0}"/>
              </a:ext>
            </a:extLst>
          </p:cNvPr>
          <p:cNvSpPr>
            <a:spLocks noGrp="1"/>
          </p:cNvSpPr>
          <p:nvPr/>
        </p:nvSpPr>
        <p:spPr>
          <a:xfrm>
            <a:off x="4642485" y="2024634"/>
            <a:ext cx="2381250" cy="342900"/>
          </a:xfrm>
          <a:prstGeom prst="rect">
            <a:avLst/>
          </a:prstGeom>
          <a:solidFill>
            <a:srgbClr val="1F29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DC49A5-AF5F-43BF-A1A5-230CFEAAF873}"/>
              </a:ext>
            </a:extLst>
          </p:cNvPr>
          <p:cNvSpPr>
            <a:spLocks noGrp="1"/>
          </p:cNvSpPr>
          <p:nvPr/>
        </p:nvSpPr>
        <p:spPr>
          <a:xfrm>
            <a:off x="4794885" y="2119884"/>
            <a:ext cx="2076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Document ID Report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CDBCA9-1482-45A1-B71D-70E68B12A95E}"/>
              </a:ext>
            </a:extLst>
          </p:cNvPr>
          <p:cNvSpPr>
            <a:spLocks noGrp="1"/>
          </p:cNvSpPr>
          <p:nvPr/>
        </p:nvSpPr>
        <p:spPr>
          <a:xfrm>
            <a:off x="4813935" y="2538984"/>
            <a:ext cx="2038350" cy="76200"/>
          </a:xfrm>
          <a:prstGeom prst="rect">
            <a:avLst/>
          </a:prstGeom>
          <a:solidFill>
            <a:srgbClr val="F9D6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FBDE7AE-2B1D-46C4-83DE-903E4284B239}"/>
              </a:ext>
            </a:extLst>
          </p:cNvPr>
          <p:cNvSpPr>
            <a:spLocks noGrp="1"/>
          </p:cNvSpPr>
          <p:nvPr/>
        </p:nvSpPr>
        <p:spPr>
          <a:xfrm>
            <a:off x="4813935" y="2691384"/>
            <a:ext cx="1671447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7BE320-AAAC-4D2F-B9B1-B1249CB98377}"/>
              </a:ext>
            </a:extLst>
          </p:cNvPr>
          <p:cNvSpPr>
            <a:spLocks noGrp="1"/>
          </p:cNvSpPr>
          <p:nvPr/>
        </p:nvSpPr>
        <p:spPr>
          <a:xfrm>
            <a:off x="4813935" y="2900934"/>
            <a:ext cx="2038350" cy="76200"/>
          </a:xfrm>
          <a:prstGeom prst="rect">
            <a:avLst/>
          </a:prstGeom>
          <a:solidFill>
            <a:srgbClr val="DCE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ED2F7D-2262-4283-8E22-B48EA9F65621}"/>
              </a:ext>
            </a:extLst>
          </p:cNvPr>
          <p:cNvSpPr>
            <a:spLocks noGrp="1"/>
          </p:cNvSpPr>
          <p:nvPr/>
        </p:nvSpPr>
        <p:spPr>
          <a:xfrm>
            <a:off x="4813935" y="3053334"/>
            <a:ext cx="1386078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44B698-8C0D-4C6E-908A-A16A108871EB}"/>
              </a:ext>
            </a:extLst>
          </p:cNvPr>
          <p:cNvSpPr>
            <a:spLocks noGrp="1"/>
          </p:cNvSpPr>
          <p:nvPr/>
        </p:nvSpPr>
        <p:spPr>
          <a:xfrm>
            <a:off x="4813935" y="3262884"/>
            <a:ext cx="2038350" cy="76200"/>
          </a:xfrm>
          <a:prstGeom prst="rect">
            <a:avLst/>
          </a:prstGeom>
          <a:solidFill>
            <a:srgbClr val="DDF1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1B1F022-EF50-47F5-A327-043E43F64D43}"/>
              </a:ext>
            </a:extLst>
          </p:cNvPr>
          <p:cNvSpPr>
            <a:spLocks noGrp="1"/>
          </p:cNvSpPr>
          <p:nvPr/>
        </p:nvSpPr>
        <p:spPr>
          <a:xfrm>
            <a:off x="4813935" y="3415284"/>
            <a:ext cx="1549146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1F0594A-3D95-40C6-8F75-4810E7066E4E}"/>
              </a:ext>
            </a:extLst>
          </p:cNvPr>
          <p:cNvSpPr>
            <a:spLocks noGrp="1"/>
          </p:cNvSpPr>
          <p:nvPr/>
        </p:nvSpPr>
        <p:spPr>
          <a:xfrm>
            <a:off x="4813935" y="3624834"/>
            <a:ext cx="2038350" cy="76200"/>
          </a:xfrm>
          <a:prstGeom prst="rect">
            <a:avLst/>
          </a:prstGeom>
          <a:solidFill>
            <a:srgbClr val="DFF2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BBB54B-54BB-4CCA-BDE2-41F998EE3FE2}"/>
              </a:ext>
            </a:extLst>
          </p:cNvPr>
          <p:cNvSpPr>
            <a:spLocks noGrp="1"/>
          </p:cNvSpPr>
          <p:nvPr/>
        </p:nvSpPr>
        <p:spPr>
          <a:xfrm>
            <a:off x="4813935" y="3777234"/>
            <a:ext cx="1182243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07012B-251E-4ED0-BCE8-1D206AF74C8E}"/>
              </a:ext>
            </a:extLst>
          </p:cNvPr>
          <p:cNvSpPr>
            <a:spLocks noGrp="1"/>
          </p:cNvSpPr>
          <p:nvPr/>
        </p:nvSpPr>
        <p:spPr>
          <a:xfrm>
            <a:off x="4813935" y="3986784"/>
            <a:ext cx="2038350" cy="76200"/>
          </a:xfrm>
          <a:prstGeom prst="rect">
            <a:avLst/>
          </a:prstGeom>
          <a:solidFill>
            <a:srgbClr val="F6E8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C852D5-C8DF-43B1-B888-1A319349B1EF}"/>
              </a:ext>
            </a:extLst>
          </p:cNvPr>
          <p:cNvSpPr>
            <a:spLocks noGrp="1"/>
          </p:cNvSpPr>
          <p:nvPr/>
        </p:nvSpPr>
        <p:spPr>
          <a:xfrm>
            <a:off x="4813935" y="4139184"/>
            <a:ext cx="1426845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E9F6663-E42D-47AD-B923-A9E4D614EE35}"/>
              </a:ext>
            </a:extLst>
          </p:cNvPr>
          <p:cNvSpPr>
            <a:spLocks noGrp="1"/>
          </p:cNvSpPr>
          <p:nvPr/>
        </p:nvSpPr>
        <p:spPr>
          <a:xfrm>
            <a:off x="4813935" y="4348734"/>
            <a:ext cx="2038350" cy="76200"/>
          </a:xfrm>
          <a:prstGeom prst="rect">
            <a:avLst/>
          </a:prstGeom>
          <a:solidFill>
            <a:srgbClr val="E9E1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4CB70D-DABB-4B0E-973D-1C00533C5DDA}"/>
              </a:ext>
            </a:extLst>
          </p:cNvPr>
          <p:cNvSpPr>
            <a:spLocks noGrp="1"/>
          </p:cNvSpPr>
          <p:nvPr/>
        </p:nvSpPr>
        <p:spPr>
          <a:xfrm>
            <a:off x="4813935" y="4501134"/>
            <a:ext cx="1263777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B07D9B-2C0A-4045-A3C3-3198A6A72DA0}"/>
              </a:ext>
            </a:extLst>
          </p:cNvPr>
          <p:cNvSpPr>
            <a:spLocks noGrp="1"/>
          </p:cNvSpPr>
          <p:nvPr/>
        </p:nvSpPr>
        <p:spPr>
          <a:xfrm>
            <a:off x="8569833" y="2447925"/>
            <a:ext cx="2000250" cy="2667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E7D4AF-B8C0-47CA-85C2-39DB370DA901}"/>
              </a:ext>
            </a:extLst>
          </p:cNvPr>
          <p:cNvSpPr>
            <a:spLocks noGrp="1"/>
          </p:cNvSpPr>
          <p:nvPr/>
        </p:nvSpPr>
        <p:spPr>
          <a:xfrm>
            <a:off x="8569833" y="2514600"/>
            <a:ext cx="2000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legacy mapping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D94D8C1-98D5-44AF-B9F0-C46D3955F75A}"/>
              </a:ext>
            </a:extLst>
          </p:cNvPr>
          <p:cNvSpPr>
            <a:spLocks noGrp="1"/>
          </p:cNvSpPr>
          <p:nvPr/>
        </p:nvSpPr>
        <p:spPr>
          <a:xfrm>
            <a:off x="8569833" y="3000375"/>
            <a:ext cx="2000250" cy="2667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614447D-08D6-43A4-A294-CC067FC0239B}"/>
              </a:ext>
            </a:extLst>
          </p:cNvPr>
          <p:cNvSpPr>
            <a:spLocks noGrp="1"/>
          </p:cNvSpPr>
          <p:nvPr/>
        </p:nvSpPr>
        <p:spPr>
          <a:xfrm>
            <a:off x="8569833" y="3067050"/>
            <a:ext cx="2000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new contract shape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D97BAA-A968-4D0E-8784-B85E251ADABE}"/>
              </a:ext>
            </a:extLst>
          </p:cNvPr>
          <p:cNvSpPr>
            <a:spLocks noGrp="1"/>
          </p:cNvSpPr>
          <p:nvPr/>
        </p:nvSpPr>
        <p:spPr>
          <a:xfrm>
            <a:off x="8569833" y="3552825"/>
            <a:ext cx="2000250" cy="266700"/>
          </a:xfrm>
          <a:prstGeom prst="rect">
            <a:avLst/>
          </a:prstGeom>
          <a:solidFill>
            <a:srgbClr val="1E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9588F7A-50AF-446C-B09D-8770CB3D9010}"/>
              </a:ext>
            </a:extLst>
          </p:cNvPr>
          <p:cNvSpPr>
            <a:spLocks noGrp="1"/>
          </p:cNvSpPr>
          <p:nvPr/>
        </p:nvSpPr>
        <p:spPr>
          <a:xfrm>
            <a:off x="8569833" y="3619500"/>
            <a:ext cx="2000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sample data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B3F89F-44B7-44FE-96C0-5A7C5735FF59}"/>
              </a:ext>
            </a:extLst>
          </p:cNvPr>
          <p:cNvSpPr>
            <a:spLocks noGrp="1"/>
          </p:cNvSpPr>
          <p:nvPr/>
        </p:nvSpPr>
        <p:spPr>
          <a:xfrm>
            <a:off x="8569833" y="4105275"/>
            <a:ext cx="2000250" cy="266700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45DB536-E172-4D95-9691-98D9EE422F7A}"/>
              </a:ext>
            </a:extLst>
          </p:cNvPr>
          <p:cNvSpPr>
            <a:spLocks noGrp="1"/>
          </p:cNvSpPr>
          <p:nvPr/>
        </p:nvSpPr>
        <p:spPr>
          <a:xfrm>
            <a:off x="8569833" y="4171950"/>
            <a:ext cx="2000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template sections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743E1AF-9A16-44D6-8741-E9801C853042}"/>
              </a:ext>
            </a:extLst>
          </p:cNvPr>
          <p:cNvSpPr>
            <a:spLocks noGrp="1"/>
          </p:cNvSpPr>
          <p:nvPr/>
        </p:nvSpPr>
        <p:spPr>
          <a:xfrm>
            <a:off x="8569833" y="4657725"/>
            <a:ext cx="2000250" cy="266700"/>
          </a:xfrm>
          <a:prstGeom prst="rect">
            <a:avLst/>
          </a:prstGeom>
          <a:solidFill>
            <a:srgbClr val="6B46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DF06FED-6487-493C-A4D3-A981834DF27B}"/>
              </a:ext>
            </a:extLst>
          </p:cNvPr>
          <p:cNvSpPr>
            <a:spLocks noGrp="1"/>
          </p:cNvSpPr>
          <p:nvPr/>
        </p:nvSpPr>
        <p:spPr>
          <a:xfrm>
            <a:off x="8569833" y="4724400"/>
            <a:ext cx="2000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reuse candidates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27E8DCD-D509-490E-956A-F7A6B1840FC3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9925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C7A57C-8743-4E4A-8494-C25C1C65C1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5476CF-FBE9-4A09-800E-46123BA0FC04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47625" cy="68580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805DDD-8047-4E80-9D8A-1E6CE9E5E8AB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226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22630"/>
                </a:solidFill>
                <a:latin typeface="Aptos"/>
                <a:ea typeface="Aptos"/>
                <a:cs typeface="Aptos"/>
              </a:rPr>
              <a:t>DOCUMENT ID REPORT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9AA01-92B4-4F8B-B1EC-AA6B115ABE7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One report becomes the handoff between migration and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3E064D-5AB2-45AF-AC1D-02FFD5AEC9B5}"/>
              </a:ext>
            </a:extLst>
          </p:cNvPr>
          <p:cNvSpPr>
            <a:spLocks noGrp="1"/>
          </p:cNvSpPr>
          <p:nvPr/>
        </p:nvSpPr>
        <p:spPr>
          <a:xfrm>
            <a:off x="4857750" y="1562100"/>
            <a:ext cx="2667000" cy="3943350"/>
          </a:xfrm>
          <a:prstGeom prst="rect">
            <a:avLst/>
          </a:prstGeom>
          <a:solidFill>
            <a:srgbClr val="D4DA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442D5D-98A1-4958-91BC-2B7F7611B4AB}"/>
              </a:ext>
            </a:extLst>
          </p:cNvPr>
          <p:cNvSpPr>
            <a:spLocks noGrp="1"/>
          </p:cNvSpPr>
          <p:nvPr/>
        </p:nvSpPr>
        <p:spPr>
          <a:xfrm>
            <a:off x="4762500" y="1466850"/>
            <a:ext cx="2667000" cy="39433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841B61-F2D3-43D5-8E67-3E562787585E}"/>
              </a:ext>
            </a:extLst>
          </p:cNvPr>
          <p:cNvSpPr>
            <a:spLocks noGrp="1"/>
          </p:cNvSpPr>
          <p:nvPr/>
        </p:nvSpPr>
        <p:spPr>
          <a:xfrm>
            <a:off x="4762500" y="1466850"/>
            <a:ext cx="2667000" cy="342900"/>
          </a:xfrm>
          <a:prstGeom prst="rect">
            <a:avLst/>
          </a:prstGeom>
          <a:solidFill>
            <a:srgbClr val="1F29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5840A7-0AF5-4F5E-BA04-C7FCB69E5C78}"/>
              </a:ext>
            </a:extLst>
          </p:cNvPr>
          <p:cNvSpPr>
            <a:spLocks noGrp="1"/>
          </p:cNvSpPr>
          <p:nvPr/>
        </p:nvSpPr>
        <p:spPr>
          <a:xfrm>
            <a:off x="4914900" y="1562100"/>
            <a:ext cx="2362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 ID 1176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90A622-D5DC-4AFE-BCC7-6D2EAC4ED532}"/>
              </a:ext>
            </a:extLst>
          </p:cNvPr>
          <p:cNvSpPr>
            <a:spLocks noGrp="1"/>
          </p:cNvSpPr>
          <p:nvPr/>
        </p:nvSpPr>
        <p:spPr>
          <a:xfrm>
            <a:off x="4933950" y="1981200"/>
            <a:ext cx="2324100" cy="76200"/>
          </a:xfrm>
          <a:prstGeom prst="rect">
            <a:avLst/>
          </a:prstGeom>
          <a:solidFill>
            <a:srgbClr val="DCE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9038AC-CAD2-48C2-B70F-8C0C7C2AE4BA}"/>
              </a:ext>
            </a:extLst>
          </p:cNvPr>
          <p:cNvSpPr>
            <a:spLocks noGrp="1"/>
          </p:cNvSpPr>
          <p:nvPr/>
        </p:nvSpPr>
        <p:spPr>
          <a:xfrm>
            <a:off x="4933950" y="2133600"/>
            <a:ext cx="1998726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E1B848-2CF8-400F-A88B-8C6F5377A152}"/>
              </a:ext>
            </a:extLst>
          </p:cNvPr>
          <p:cNvSpPr>
            <a:spLocks noGrp="1"/>
          </p:cNvSpPr>
          <p:nvPr/>
        </p:nvSpPr>
        <p:spPr>
          <a:xfrm>
            <a:off x="4933950" y="2343150"/>
            <a:ext cx="2324100" cy="76200"/>
          </a:xfrm>
          <a:prstGeom prst="rect">
            <a:avLst/>
          </a:prstGeom>
          <a:solidFill>
            <a:srgbClr val="F6E8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F61921-5A16-4544-872F-D9F97FBC3923}"/>
              </a:ext>
            </a:extLst>
          </p:cNvPr>
          <p:cNvSpPr>
            <a:spLocks noGrp="1"/>
          </p:cNvSpPr>
          <p:nvPr/>
        </p:nvSpPr>
        <p:spPr>
          <a:xfrm>
            <a:off x="4933950" y="2495550"/>
            <a:ext cx="1812798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34FD5B-B91C-4C67-BF48-5DE1E69AA399}"/>
              </a:ext>
            </a:extLst>
          </p:cNvPr>
          <p:cNvSpPr>
            <a:spLocks noGrp="1"/>
          </p:cNvSpPr>
          <p:nvPr/>
        </p:nvSpPr>
        <p:spPr>
          <a:xfrm>
            <a:off x="4933950" y="2705100"/>
            <a:ext cx="2324100" cy="76200"/>
          </a:xfrm>
          <a:prstGeom prst="rect">
            <a:avLst/>
          </a:prstGeom>
          <a:solidFill>
            <a:srgbClr val="DDF1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AFC9A1-0166-4B19-8E71-D3FE3D474BB4}"/>
              </a:ext>
            </a:extLst>
          </p:cNvPr>
          <p:cNvSpPr>
            <a:spLocks noGrp="1"/>
          </p:cNvSpPr>
          <p:nvPr/>
        </p:nvSpPr>
        <p:spPr>
          <a:xfrm>
            <a:off x="4933950" y="2857500"/>
            <a:ext cx="1626870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EC5A24-0EBF-4B2B-8B4B-3FB515A94251}"/>
              </a:ext>
            </a:extLst>
          </p:cNvPr>
          <p:cNvSpPr>
            <a:spLocks noGrp="1"/>
          </p:cNvSpPr>
          <p:nvPr/>
        </p:nvSpPr>
        <p:spPr>
          <a:xfrm>
            <a:off x="4933950" y="3067050"/>
            <a:ext cx="2324100" cy="76200"/>
          </a:xfrm>
          <a:prstGeom prst="rect">
            <a:avLst/>
          </a:prstGeom>
          <a:solidFill>
            <a:srgbClr val="DFF2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4FBF92-889B-4225-A528-4587F51C97E5}"/>
              </a:ext>
            </a:extLst>
          </p:cNvPr>
          <p:cNvSpPr>
            <a:spLocks noGrp="1"/>
          </p:cNvSpPr>
          <p:nvPr/>
        </p:nvSpPr>
        <p:spPr>
          <a:xfrm>
            <a:off x="4933950" y="3219450"/>
            <a:ext cx="1905762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31A2A-C244-4A75-94BA-D6178C146D6E}"/>
              </a:ext>
            </a:extLst>
          </p:cNvPr>
          <p:cNvSpPr>
            <a:spLocks noGrp="1"/>
          </p:cNvSpPr>
          <p:nvPr/>
        </p:nvSpPr>
        <p:spPr>
          <a:xfrm>
            <a:off x="4933950" y="3429000"/>
            <a:ext cx="2324100" cy="76200"/>
          </a:xfrm>
          <a:prstGeom prst="rect">
            <a:avLst/>
          </a:prstGeom>
          <a:solidFill>
            <a:srgbClr val="E9E1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B41DD4-54A0-4D2E-AB0A-2C1ADE9B6054}"/>
              </a:ext>
            </a:extLst>
          </p:cNvPr>
          <p:cNvSpPr>
            <a:spLocks noGrp="1"/>
          </p:cNvSpPr>
          <p:nvPr/>
        </p:nvSpPr>
        <p:spPr>
          <a:xfrm>
            <a:off x="4933950" y="3581400"/>
            <a:ext cx="1533906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B4FFF7-4F87-4640-AB38-1AB2AE1A701E}"/>
              </a:ext>
            </a:extLst>
          </p:cNvPr>
          <p:cNvSpPr>
            <a:spLocks noGrp="1"/>
          </p:cNvSpPr>
          <p:nvPr/>
        </p:nvSpPr>
        <p:spPr>
          <a:xfrm>
            <a:off x="4933950" y="3790950"/>
            <a:ext cx="2324100" cy="76200"/>
          </a:xfrm>
          <a:prstGeom prst="rect">
            <a:avLst/>
          </a:prstGeom>
          <a:solidFill>
            <a:srgbClr val="F9D6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235647-06DF-474E-9AD9-F402C0253CB1}"/>
              </a:ext>
            </a:extLst>
          </p:cNvPr>
          <p:cNvSpPr>
            <a:spLocks noGrp="1"/>
          </p:cNvSpPr>
          <p:nvPr/>
        </p:nvSpPr>
        <p:spPr>
          <a:xfrm>
            <a:off x="4933950" y="3943350"/>
            <a:ext cx="1347978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45FCD2-A6FB-4BD4-B4D4-CDDD18CE004E}"/>
              </a:ext>
            </a:extLst>
          </p:cNvPr>
          <p:cNvSpPr>
            <a:spLocks noGrp="1"/>
          </p:cNvSpPr>
          <p:nvPr/>
        </p:nvSpPr>
        <p:spPr>
          <a:xfrm>
            <a:off x="4933950" y="4152900"/>
            <a:ext cx="2324100" cy="76200"/>
          </a:xfrm>
          <a:prstGeom prst="rect">
            <a:avLst/>
          </a:prstGeom>
          <a:solidFill>
            <a:srgbClr val="DCE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27507E-49F5-41CA-BC8C-72FA3337AB9B}"/>
              </a:ext>
            </a:extLst>
          </p:cNvPr>
          <p:cNvSpPr>
            <a:spLocks noGrp="1"/>
          </p:cNvSpPr>
          <p:nvPr/>
        </p:nvSpPr>
        <p:spPr>
          <a:xfrm>
            <a:off x="4933950" y="4305300"/>
            <a:ext cx="1766316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5C7003-1FA5-40FE-B6B4-93101B144948}"/>
              </a:ext>
            </a:extLst>
          </p:cNvPr>
          <p:cNvSpPr>
            <a:spLocks noGrp="1"/>
          </p:cNvSpPr>
          <p:nvPr/>
        </p:nvSpPr>
        <p:spPr>
          <a:xfrm>
            <a:off x="4933950" y="4514850"/>
            <a:ext cx="2324100" cy="76200"/>
          </a:xfrm>
          <a:prstGeom prst="rect">
            <a:avLst/>
          </a:prstGeom>
          <a:solidFill>
            <a:srgbClr val="DFF2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77760A-5874-40BA-A092-888489C98D45}"/>
              </a:ext>
            </a:extLst>
          </p:cNvPr>
          <p:cNvSpPr>
            <a:spLocks noGrp="1"/>
          </p:cNvSpPr>
          <p:nvPr/>
        </p:nvSpPr>
        <p:spPr>
          <a:xfrm>
            <a:off x="4933950" y="4667250"/>
            <a:ext cx="1440942" cy="66675"/>
          </a:xfrm>
          <a:prstGeom prst="rect">
            <a:avLst/>
          </a:prstGeom>
          <a:solidFill>
            <a:srgbClr val="E6E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FC8FC0-AA15-482B-81AF-8A6593916D13}"/>
              </a:ext>
            </a:extLst>
          </p:cNvPr>
          <p:cNvSpPr>
            <a:spLocks noGrp="1"/>
          </p:cNvSpPr>
          <p:nvPr/>
        </p:nvSpPr>
        <p:spPr>
          <a:xfrm>
            <a:off x="838200" y="1562100"/>
            <a:ext cx="2857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1F9B83-3800-40FF-BBA2-A59D9D9CF347}"/>
              </a:ext>
            </a:extLst>
          </p:cNvPr>
          <p:cNvSpPr>
            <a:spLocks noGrp="1"/>
          </p:cNvSpPr>
          <p:nvPr/>
        </p:nvSpPr>
        <p:spPr>
          <a:xfrm>
            <a:off x="838200" y="1562100"/>
            <a:ext cx="57150" cy="7429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369205-FCA2-47E7-8F21-7E6F056720FA}"/>
              </a:ext>
            </a:extLst>
          </p:cNvPr>
          <p:cNvSpPr>
            <a:spLocks noGrp="1"/>
          </p:cNvSpPr>
          <p:nvPr/>
        </p:nvSpPr>
        <p:spPr>
          <a:xfrm>
            <a:off x="1009650" y="1704975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legacy sources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204AD3-A2F2-434C-B7B0-B1BADA8F3682}"/>
              </a:ext>
            </a:extLst>
          </p:cNvPr>
          <p:cNvSpPr>
            <a:spLocks noGrp="1"/>
          </p:cNvSpPr>
          <p:nvPr/>
        </p:nvSpPr>
        <p:spPr>
          <a:xfrm>
            <a:off x="1009650" y="196215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copybooks / programs / overlays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F569A9-F9A6-4C01-BD6E-6813B2CE91C1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2857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F98715-EA56-4C1A-9F48-1D5FBEBBD09F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57150" cy="74295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239808-3E18-46C6-B066-C6DB9FD65B65}"/>
              </a:ext>
            </a:extLst>
          </p:cNvPr>
          <p:cNvSpPr>
            <a:spLocks noGrp="1"/>
          </p:cNvSpPr>
          <p:nvPr/>
        </p:nvSpPr>
        <p:spPr>
          <a:xfrm>
            <a:off x="1009650" y="2924175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field inventory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819CE1-2518-46F7-B291-3582C1200CD4}"/>
              </a:ext>
            </a:extLst>
          </p:cNvPr>
          <p:cNvSpPr>
            <a:spLocks noGrp="1"/>
          </p:cNvSpPr>
          <p:nvPr/>
        </p:nvSpPr>
        <p:spPr>
          <a:xfrm>
            <a:off x="1009650" y="318135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input fields and aliases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56C735-5B9A-4727-BB13-C24AFA47E059}"/>
              </a:ext>
            </a:extLst>
          </p:cNvPr>
          <p:cNvSpPr>
            <a:spLocks noGrp="1"/>
          </p:cNvSpPr>
          <p:nvPr/>
        </p:nvSpPr>
        <p:spPr>
          <a:xfrm>
            <a:off x="838200" y="4000500"/>
            <a:ext cx="2857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7DBB601-05D2-4436-8224-8A891080D9A0}"/>
              </a:ext>
            </a:extLst>
          </p:cNvPr>
          <p:cNvSpPr>
            <a:spLocks noGrp="1"/>
          </p:cNvSpPr>
          <p:nvPr/>
        </p:nvSpPr>
        <p:spPr>
          <a:xfrm>
            <a:off x="838200" y="4000500"/>
            <a:ext cx="57150" cy="742950"/>
          </a:xfrm>
          <a:prstGeom prst="rect">
            <a:avLst/>
          </a:prstGeom>
          <a:solidFill>
            <a:srgbClr val="1E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057C45A-8B4C-4734-AC35-34234290ABB2}"/>
              </a:ext>
            </a:extLst>
          </p:cNvPr>
          <p:cNvSpPr>
            <a:spLocks noGrp="1"/>
          </p:cNvSpPr>
          <p:nvPr/>
        </p:nvSpPr>
        <p:spPr>
          <a:xfrm>
            <a:off x="1009650" y="4143375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document sections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D9AD487-043B-4652-8F01-1FBDF612659D}"/>
              </a:ext>
            </a:extLst>
          </p:cNvPr>
          <p:cNvSpPr>
            <a:spLocks noGrp="1"/>
          </p:cNvSpPr>
          <p:nvPr/>
        </p:nvSpPr>
        <p:spPr>
          <a:xfrm>
            <a:off x="1009650" y="440055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header, body, payment, tables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5304BC-B7D7-4128-BB17-441D119DE2F7}"/>
              </a:ext>
            </a:extLst>
          </p:cNvPr>
          <p:cNvSpPr>
            <a:spLocks noGrp="1"/>
          </p:cNvSpPr>
          <p:nvPr/>
        </p:nvSpPr>
        <p:spPr>
          <a:xfrm>
            <a:off x="8515350" y="1562100"/>
            <a:ext cx="2857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5952C6E-0F8F-4787-93DF-7D3080C62705}"/>
              </a:ext>
            </a:extLst>
          </p:cNvPr>
          <p:cNvSpPr>
            <a:spLocks noGrp="1"/>
          </p:cNvSpPr>
          <p:nvPr/>
        </p:nvSpPr>
        <p:spPr>
          <a:xfrm>
            <a:off x="8515350" y="1562100"/>
            <a:ext cx="57150" cy="742950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E0D2DA2-4827-4819-9B92-284CBD338FDA}"/>
              </a:ext>
            </a:extLst>
          </p:cNvPr>
          <p:cNvSpPr>
            <a:spLocks noGrp="1"/>
          </p:cNvSpPr>
          <p:nvPr/>
        </p:nvSpPr>
        <p:spPr>
          <a:xfrm>
            <a:off x="8686800" y="1704975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new structure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08A1D6B-7F04-4C95-BC60-6B27BC311E18}"/>
              </a:ext>
            </a:extLst>
          </p:cNvPr>
          <p:cNvSpPr>
            <a:spLocks noGrp="1"/>
          </p:cNvSpPr>
          <p:nvPr/>
        </p:nvSpPr>
        <p:spPr>
          <a:xfrm>
            <a:off x="8686800" y="196215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contract and domain proposal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637143-445B-43D9-A9EB-28C7E7ADEDD6}"/>
              </a:ext>
            </a:extLst>
          </p:cNvPr>
          <p:cNvSpPr>
            <a:spLocks noGrp="1"/>
          </p:cNvSpPr>
          <p:nvPr/>
        </p:nvSpPr>
        <p:spPr>
          <a:xfrm>
            <a:off x="8515350" y="2781300"/>
            <a:ext cx="2857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F12CDCD-C962-44D9-8A2E-1757D325249C}"/>
              </a:ext>
            </a:extLst>
          </p:cNvPr>
          <p:cNvSpPr>
            <a:spLocks noGrp="1"/>
          </p:cNvSpPr>
          <p:nvPr/>
        </p:nvSpPr>
        <p:spPr>
          <a:xfrm>
            <a:off x="8515350" y="2781300"/>
            <a:ext cx="57150" cy="742950"/>
          </a:xfrm>
          <a:prstGeom prst="rect">
            <a:avLst/>
          </a:prstGeom>
          <a:solidFill>
            <a:srgbClr val="6B46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185FADE-ECB6-4710-BF74-81FF6662E66B}"/>
              </a:ext>
            </a:extLst>
          </p:cNvPr>
          <p:cNvSpPr>
            <a:spLocks noGrp="1"/>
          </p:cNvSpPr>
          <p:nvPr/>
        </p:nvSpPr>
        <p:spPr>
          <a:xfrm>
            <a:off x="8686800" y="2924175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samples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3E39E5-9141-4752-B70A-3D37E5A25D5B}"/>
              </a:ext>
            </a:extLst>
          </p:cNvPr>
          <p:cNvSpPr>
            <a:spLocks noGrp="1"/>
          </p:cNvSpPr>
          <p:nvPr/>
        </p:nvSpPr>
        <p:spPr>
          <a:xfrm>
            <a:off x="8686800" y="318135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representative render data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119160E-1407-42B9-BCE1-2E9EC0E37113}"/>
              </a:ext>
            </a:extLst>
          </p:cNvPr>
          <p:cNvSpPr>
            <a:spLocks noGrp="1"/>
          </p:cNvSpPr>
          <p:nvPr/>
        </p:nvSpPr>
        <p:spPr>
          <a:xfrm>
            <a:off x="8515350" y="4000500"/>
            <a:ext cx="2857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53F40C1-BCC1-4176-9A06-DFE70EE29CB1}"/>
              </a:ext>
            </a:extLst>
          </p:cNvPr>
          <p:cNvSpPr>
            <a:spLocks noGrp="1"/>
          </p:cNvSpPr>
          <p:nvPr/>
        </p:nvSpPr>
        <p:spPr>
          <a:xfrm>
            <a:off x="8515350" y="4000500"/>
            <a:ext cx="57150" cy="74295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A8F95E8-B9AE-4D12-ABC8-B95DDB698C86}"/>
              </a:ext>
            </a:extLst>
          </p:cNvPr>
          <p:cNvSpPr>
            <a:spLocks noGrp="1"/>
          </p:cNvSpPr>
          <p:nvPr/>
        </p:nvSpPr>
        <p:spPr>
          <a:xfrm>
            <a:off x="8686800" y="4143375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template plan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582B424-C091-486A-9755-3004F447EF2F}"/>
              </a:ext>
            </a:extLst>
          </p:cNvPr>
          <p:cNvSpPr>
            <a:spLocks noGrp="1"/>
          </p:cNvSpPr>
          <p:nvPr/>
        </p:nvSpPr>
        <p:spPr>
          <a:xfrm>
            <a:off x="8686800" y="440055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selection and reusable parts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78EEDFB-D761-4A97-AD5D-920210651573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239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796EB4-A47C-498A-B57E-5FF8A9F5F6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EF821C-8AB5-4978-867B-EB809FA9B0AA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47625" cy="68580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4B5E5-A678-4B11-A335-49E61049A333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226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22630"/>
                </a:solidFill>
                <a:latin typeface="Aptos"/>
                <a:ea typeface="Aptos"/>
                <a:cs typeface="Aptos"/>
              </a:rPr>
              <a:t>MIGRATION USER 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05F1CF-1A92-4487-87F7-A5F04ADEECE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From source assets to a development package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C309D6-3189-4A13-BF96-7AC99C3F3D4A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1714500" cy="2667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A2F61E-C1D9-4651-B203-5D654EEDADC7}"/>
              </a:ext>
            </a:extLst>
          </p:cNvPr>
          <p:cNvSpPr>
            <a:spLocks noGrp="1"/>
          </p:cNvSpPr>
          <p:nvPr/>
        </p:nvSpPr>
        <p:spPr>
          <a:xfrm>
            <a:off x="762000" y="1724025"/>
            <a:ext cx="1714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C50740-664E-4BB2-9642-91F32122171A}"/>
              </a:ext>
            </a:extLst>
          </p:cNvPr>
          <p:cNvSpPr>
            <a:spLocks noGrp="1"/>
          </p:cNvSpPr>
          <p:nvPr/>
        </p:nvSpPr>
        <p:spPr>
          <a:xfrm>
            <a:off x="5238750" y="1657350"/>
            <a:ext cx="1714500" cy="2667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92A001-ECDD-4E54-98A0-2A14BCB5C8B4}"/>
              </a:ext>
            </a:extLst>
          </p:cNvPr>
          <p:cNvSpPr>
            <a:spLocks noGrp="1"/>
          </p:cNvSpPr>
          <p:nvPr/>
        </p:nvSpPr>
        <p:spPr>
          <a:xfrm>
            <a:off x="5238750" y="1724025"/>
            <a:ext cx="1714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2700C-5C31-45EF-A992-D1BC4B76C08A}"/>
              </a:ext>
            </a:extLst>
          </p:cNvPr>
          <p:cNvSpPr>
            <a:spLocks noGrp="1"/>
          </p:cNvSpPr>
          <p:nvPr/>
        </p:nvSpPr>
        <p:spPr>
          <a:xfrm>
            <a:off x="9696450" y="1657350"/>
            <a:ext cx="1714500" cy="266700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130A2F-6B6B-432E-9130-1FDF64F69862}"/>
              </a:ext>
            </a:extLst>
          </p:cNvPr>
          <p:cNvSpPr>
            <a:spLocks noGrp="1"/>
          </p:cNvSpPr>
          <p:nvPr/>
        </p:nvSpPr>
        <p:spPr>
          <a:xfrm>
            <a:off x="9696450" y="1724025"/>
            <a:ext cx="1714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CC7053-2AFC-49BB-9AF2-0BFDB151E21A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21336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05EA93-5ABB-460B-9F65-1DB542C29B2E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400050" cy="8191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3FF64B-CD0D-49BC-B844-6086A9460251}"/>
              </a:ext>
            </a:extLst>
          </p:cNvPr>
          <p:cNvSpPr>
            <a:spLocks noGrp="1"/>
          </p:cNvSpPr>
          <p:nvPr/>
        </p:nvSpPr>
        <p:spPr>
          <a:xfrm>
            <a:off x="819150" y="28575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C106B3-536F-4BAA-B189-2DB819ADBFE3}"/>
              </a:ext>
            </a:extLst>
          </p:cNvPr>
          <p:cNvSpPr>
            <a:spLocks noGrp="1"/>
          </p:cNvSpPr>
          <p:nvPr/>
        </p:nvSpPr>
        <p:spPr>
          <a:xfrm>
            <a:off x="1371600" y="27813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collect legacy files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996657-5D6E-40B6-92EA-F2F1CAF55C02}"/>
              </a:ext>
            </a:extLst>
          </p:cNvPr>
          <p:cNvSpPr>
            <a:spLocks noGrp="1"/>
          </p:cNvSpPr>
          <p:nvPr/>
        </p:nvSpPr>
        <p:spPr>
          <a:xfrm>
            <a:off x="1371600" y="3038475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copybooks, programs, overlays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034F2F-8D7E-4A10-A8E5-24C1D3C3EBCF}"/>
              </a:ext>
            </a:extLst>
          </p:cNvPr>
          <p:cNvSpPr>
            <a:spLocks noGrp="1"/>
          </p:cNvSpPr>
          <p:nvPr/>
        </p:nvSpPr>
        <p:spPr>
          <a:xfrm>
            <a:off x="3600450" y="2628900"/>
            <a:ext cx="21336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1B68B3-3935-4E0F-87B1-93303410D600}"/>
              </a:ext>
            </a:extLst>
          </p:cNvPr>
          <p:cNvSpPr>
            <a:spLocks noGrp="1"/>
          </p:cNvSpPr>
          <p:nvPr/>
        </p:nvSpPr>
        <p:spPr>
          <a:xfrm>
            <a:off x="3600450" y="2628900"/>
            <a:ext cx="400050" cy="81915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D18736-9C25-47B7-918C-E4A8DE1B1658}"/>
              </a:ext>
            </a:extLst>
          </p:cNvPr>
          <p:cNvSpPr>
            <a:spLocks noGrp="1"/>
          </p:cNvSpPr>
          <p:nvPr/>
        </p:nvSpPr>
        <p:spPr>
          <a:xfrm>
            <a:off x="3600450" y="28575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AFE92D-5A60-4644-A6FD-F45AF7EBB28D}"/>
              </a:ext>
            </a:extLst>
          </p:cNvPr>
          <p:cNvSpPr>
            <a:spLocks noGrp="1"/>
          </p:cNvSpPr>
          <p:nvPr/>
        </p:nvSpPr>
        <p:spPr>
          <a:xfrm>
            <a:off x="4152900" y="27813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map document behavior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59D63-9154-4DA2-9B34-561658F6D36B}"/>
              </a:ext>
            </a:extLst>
          </p:cNvPr>
          <p:cNvSpPr>
            <a:spLocks noGrp="1"/>
          </p:cNvSpPr>
          <p:nvPr/>
        </p:nvSpPr>
        <p:spPr>
          <a:xfrm>
            <a:off x="4152900" y="3038475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fields, conditions, sections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F2F941-BE0D-423F-85E8-429B7B9AD8F2}"/>
              </a:ext>
            </a:extLst>
          </p:cNvPr>
          <p:cNvSpPr>
            <a:spLocks noGrp="1"/>
          </p:cNvSpPr>
          <p:nvPr/>
        </p:nvSpPr>
        <p:spPr>
          <a:xfrm>
            <a:off x="6381750" y="2628900"/>
            <a:ext cx="21336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53404F-F371-4BF1-A51D-2232B4715621}"/>
              </a:ext>
            </a:extLst>
          </p:cNvPr>
          <p:cNvSpPr>
            <a:spLocks noGrp="1"/>
          </p:cNvSpPr>
          <p:nvPr/>
        </p:nvSpPr>
        <p:spPr>
          <a:xfrm>
            <a:off x="6381750" y="2628900"/>
            <a:ext cx="400050" cy="819150"/>
          </a:xfrm>
          <a:prstGeom prst="rect">
            <a:avLst/>
          </a:prstGeom>
          <a:solidFill>
            <a:srgbClr val="1E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25E90B-C488-41A8-B5B8-F963BEE3AF36}"/>
              </a:ext>
            </a:extLst>
          </p:cNvPr>
          <p:cNvSpPr>
            <a:spLocks noGrp="1"/>
          </p:cNvSpPr>
          <p:nvPr/>
        </p:nvSpPr>
        <p:spPr>
          <a:xfrm>
            <a:off x="6381750" y="28575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3FA9C1-51E5-4ECA-8713-65E07D7B5827}"/>
              </a:ext>
            </a:extLst>
          </p:cNvPr>
          <p:cNvSpPr>
            <a:spLocks noGrp="1"/>
          </p:cNvSpPr>
          <p:nvPr/>
        </p:nvSpPr>
        <p:spPr>
          <a:xfrm>
            <a:off x="6934200" y="27813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define new structure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12FA2D-8976-44E2-B131-2EF0BEA3E9A9}"/>
              </a:ext>
            </a:extLst>
          </p:cNvPr>
          <p:cNvSpPr>
            <a:spLocks noGrp="1"/>
          </p:cNvSpPr>
          <p:nvPr/>
        </p:nvSpPr>
        <p:spPr>
          <a:xfrm>
            <a:off x="6934200" y="3038475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contract + reusable domain pieces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70BD83-65EB-41F7-A31B-01CE013D246F}"/>
              </a:ext>
            </a:extLst>
          </p:cNvPr>
          <p:cNvSpPr>
            <a:spLocks noGrp="1"/>
          </p:cNvSpPr>
          <p:nvPr/>
        </p:nvSpPr>
        <p:spPr>
          <a:xfrm>
            <a:off x="9163050" y="2628900"/>
            <a:ext cx="21336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58C040-DFE4-493C-B3D7-71B15B329FD3}"/>
              </a:ext>
            </a:extLst>
          </p:cNvPr>
          <p:cNvSpPr>
            <a:spLocks noGrp="1"/>
          </p:cNvSpPr>
          <p:nvPr/>
        </p:nvSpPr>
        <p:spPr>
          <a:xfrm>
            <a:off x="9163050" y="2628900"/>
            <a:ext cx="400050" cy="819150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911F1F-20F6-45E6-B3D3-785763C3AF96}"/>
              </a:ext>
            </a:extLst>
          </p:cNvPr>
          <p:cNvSpPr>
            <a:spLocks noGrp="1"/>
          </p:cNvSpPr>
          <p:nvPr/>
        </p:nvSpPr>
        <p:spPr>
          <a:xfrm>
            <a:off x="9163050" y="28575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BB52AFA-FD9C-4C33-B603-F17D92E52C91}"/>
              </a:ext>
            </a:extLst>
          </p:cNvPr>
          <p:cNvSpPr>
            <a:spLocks noGrp="1"/>
          </p:cNvSpPr>
          <p:nvPr/>
        </p:nvSpPr>
        <p:spPr>
          <a:xfrm>
            <a:off x="9715500" y="27813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create samples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8ABB145-D797-4DA3-A5CC-B6ADAE30A8BB}"/>
              </a:ext>
            </a:extLst>
          </p:cNvPr>
          <p:cNvSpPr>
            <a:spLocks noGrp="1"/>
          </p:cNvSpPr>
          <p:nvPr/>
        </p:nvSpPr>
        <p:spPr>
          <a:xfrm>
            <a:off x="9715500" y="3038475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renderable examples for QA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07843A0-504B-49C1-8388-3154844437EB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10287000" cy="876300"/>
          </a:xfrm>
          <a:prstGeom prst="rect">
            <a:avLst/>
          </a:prstGeom>
          <a:solidFill>
            <a:srgbClr val="1F29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20E0AF-6075-4C29-AFE3-804467C4C005}"/>
              </a:ext>
            </a:extLst>
          </p:cNvPr>
          <p:cNvSpPr>
            <a:spLocks noGrp="1"/>
          </p:cNvSpPr>
          <p:nvPr/>
        </p:nvSpPr>
        <p:spPr>
          <a:xfrm>
            <a:off x="1219200" y="4419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handoff package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4DA6C8-A36F-4D30-A959-46BB997E2A7F}"/>
              </a:ext>
            </a:extLst>
          </p:cNvPr>
          <p:cNvSpPr>
            <a:spLocks noGrp="1"/>
          </p:cNvSpPr>
          <p:nvPr/>
        </p:nvSpPr>
        <p:spPr>
          <a:xfrm>
            <a:off x="3238500" y="4419600"/>
            <a:ext cx="1181100" cy="361950"/>
          </a:xfrm>
          <a:prstGeom prst="rect">
            <a:avLst/>
          </a:prstGeom>
          <a:solidFill>
            <a:srgbClr val="303C48"/>
          </a:solidFill>
          <a:ln w="9525">
            <a:solidFill>
              <a:srgbClr val="4A59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1131F8-E13C-412A-AFA6-12144317FD0B}"/>
              </a:ext>
            </a:extLst>
          </p:cNvPr>
          <p:cNvSpPr>
            <a:spLocks noGrp="1"/>
          </p:cNvSpPr>
          <p:nvPr/>
        </p:nvSpPr>
        <p:spPr>
          <a:xfrm>
            <a:off x="3276600" y="4524375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 ID report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CA05FE-34FC-4357-A534-C39D4199027A}"/>
              </a:ext>
            </a:extLst>
          </p:cNvPr>
          <p:cNvSpPr>
            <a:spLocks noGrp="1"/>
          </p:cNvSpPr>
          <p:nvPr/>
        </p:nvSpPr>
        <p:spPr>
          <a:xfrm>
            <a:off x="4705350" y="4419600"/>
            <a:ext cx="1181100" cy="361950"/>
          </a:xfrm>
          <a:prstGeom prst="rect">
            <a:avLst/>
          </a:prstGeom>
          <a:solidFill>
            <a:srgbClr val="303C48"/>
          </a:solidFill>
          <a:ln w="9525">
            <a:solidFill>
              <a:srgbClr val="4A59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B984DE-5E2B-43D3-93F5-2870E298A198}"/>
              </a:ext>
            </a:extLst>
          </p:cNvPr>
          <p:cNvSpPr>
            <a:spLocks noGrp="1"/>
          </p:cNvSpPr>
          <p:nvPr/>
        </p:nvSpPr>
        <p:spPr>
          <a:xfrm>
            <a:off x="4743450" y="4524375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proposed contract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CE0632-C4F1-4B80-B6C0-D41F15A62351}"/>
              </a:ext>
            </a:extLst>
          </p:cNvPr>
          <p:cNvSpPr>
            <a:spLocks noGrp="1"/>
          </p:cNvSpPr>
          <p:nvPr/>
        </p:nvSpPr>
        <p:spPr>
          <a:xfrm>
            <a:off x="6172200" y="4419600"/>
            <a:ext cx="1181100" cy="361950"/>
          </a:xfrm>
          <a:prstGeom prst="rect">
            <a:avLst/>
          </a:prstGeom>
          <a:solidFill>
            <a:srgbClr val="303C48"/>
          </a:solidFill>
          <a:ln w="9525">
            <a:solidFill>
              <a:srgbClr val="4A59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5D913C3-D381-40AB-ADF1-337366E33CDE}"/>
              </a:ext>
            </a:extLst>
          </p:cNvPr>
          <p:cNvSpPr>
            <a:spLocks noGrp="1"/>
          </p:cNvSpPr>
          <p:nvPr/>
        </p:nvSpPr>
        <p:spPr>
          <a:xfrm>
            <a:off x="6210300" y="4524375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sample model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22281C7-9370-4B4E-B8D3-7B068EE38C2D}"/>
              </a:ext>
            </a:extLst>
          </p:cNvPr>
          <p:cNvSpPr>
            <a:spLocks noGrp="1"/>
          </p:cNvSpPr>
          <p:nvPr/>
        </p:nvSpPr>
        <p:spPr>
          <a:xfrm>
            <a:off x="7639050" y="4419600"/>
            <a:ext cx="1181100" cy="361950"/>
          </a:xfrm>
          <a:prstGeom prst="rect">
            <a:avLst/>
          </a:prstGeom>
          <a:solidFill>
            <a:srgbClr val="303C48"/>
          </a:solidFill>
          <a:ln w="9525">
            <a:solidFill>
              <a:srgbClr val="4A59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C9BE18D-5070-4AA7-B502-674AFEA80EFF}"/>
              </a:ext>
            </a:extLst>
          </p:cNvPr>
          <p:cNvSpPr>
            <a:spLocks noGrp="1"/>
          </p:cNvSpPr>
          <p:nvPr/>
        </p:nvSpPr>
        <p:spPr>
          <a:xfrm>
            <a:off x="7677150" y="4524375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template notes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49D9C7-0B9F-4955-8F21-AC466B79D0F6}"/>
              </a:ext>
            </a:extLst>
          </p:cNvPr>
          <p:cNvSpPr>
            <a:spLocks noGrp="1"/>
          </p:cNvSpPr>
          <p:nvPr/>
        </p:nvSpPr>
        <p:spPr>
          <a:xfrm>
            <a:off x="9105900" y="4419600"/>
            <a:ext cx="1181100" cy="361950"/>
          </a:xfrm>
          <a:prstGeom prst="rect">
            <a:avLst/>
          </a:prstGeom>
          <a:solidFill>
            <a:srgbClr val="303C48"/>
          </a:solidFill>
          <a:ln w="9525">
            <a:solidFill>
              <a:srgbClr val="4A59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B8374C1-FAFB-4893-8B14-CD3831A33A50}"/>
              </a:ext>
            </a:extLst>
          </p:cNvPr>
          <p:cNvSpPr>
            <a:spLocks noGrp="1"/>
          </p:cNvSpPr>
          <p:nvPr/>
        </p:nvSpPr>
        <p:spPr>
          <a:xfrm>
            <a:off x="9144000" y="4524375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reuse candidates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E938AD-40D2-43C4-ACA6-FB6FFCEAB3C6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5969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02787E-31D9-46ED-8EC2-40B3813810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BB6DA7-D01A-49FB-930F-E6923D3142CB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47625" cy="68580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5AD1E-2E0B-4C4F-A979-5D9C184951C3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226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22630"/>
                </a:solidFill>
                <a:latin typeface="Aptos"/>
                <a:ea typeface="Aptos"/>
                <a:cs typeface="Aptos"/>
              </a:rPr>
              <a:t>DEVELOPER USER 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CDBAE9-95C6-4F40-96E9-F04C2951DE2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Build one document by following the report, not rediscovering the legacy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A087D-7410-472C-A895-5981672AA51B}"/>
              </a:ext>
            </a:extLst>
          </p:cNvPr>
          <p:cNvSpPr>
            <a:spLocks noGrp="1"/>
          </p:cNvSpPr>
          <p:nvPr/>
        </p:nvSpPr>
        <p:spPr>
          <a:xfrm>
            <a:off x="590550" y="1401318"/>
            <a:ext cx="23241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F20458-9AE6-4DEB-B53B-B93B578A443D}"/>
              </a:ext>
            </a:extLst>
          </p:cNvPr>
          <p:cNvSpPr>
            <a:spLocks noGrp="1"/>
          </p:cNvSpPr>
          <p:nvPr/>
        </p:nvSpPr>
        <p:spPr>
          <a:xfrm>
            <a:off x="590550" y="1401318"/>
            <a:ext cx="57150" cy="8001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B3004-FE4A-426E-969C-F95E6302831A}"/>
              </a:ext>
            </a:extLst>
          </p:cNvPr>
          <p:cNvSpPr>
            <a:spLocks noGrp="1"/>
          </p:cNvSpPr>
          <p:nvPr/>
        </p:nvSpPr>
        <p:spPr>
          <a:xfrm>
            <a:off x="762000" y="1544193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choose contract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59C850-CEF0-461D-9422-AA1A5295855C}"/>
              </a:ext>
            </a:extLst>
          </p:cNvPr>
          <p:cNvSpPr>
            <a:spLocks noGrp="1"/>
          </p:cNvSpPr>
          <p:nvPr/>
        </p:nvSpPr>
        <p:spPr>
          <a:xfrm>
            <a:off x="762000" y="1801368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domain model from report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391648-705E-4BCE-AA50-7ACEF899D4C7}"/>
              </a:ext>
            </a:extLst>
          </p:cNvPr>
          <p:cNvSpPr>
            <a:spLocks noGrp="1"/>
          </p:cNvSpPr>
          <p:nvPr/>
        </p:nvSpPr>
        <p:spPr>
          <a:xfrm>
            <a:off x="590550" y="2359533"/>
            <a:ext cx="23241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6871DC-A3E9-4366-A54E-1EECCC89B6F0}"/>
              </a:ext>
            </a:extLst>
          </p:cNvPr>
          <p:cNvSpPr>
            <a:spLocks noGrp="1"/>
          </p:cNvSpPr>
          <p:nvPr/>
        </p:nvSpPr>
        <p:spPr>
          <a:xfrm>
            <a:off x="590550" y="2359533"/>
            <a:ext cx="57150" cy="800100"/>
          </a:xfrm>
          <a:prstGeom prst="rect">
            <a:avLst/>
          </a:prstGeom>
          <a:solidFill>
            <a:srgbClr val="1E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599145-C7DF-493E-A730-C4D547EABC5F}"/>
              </a:ext>
            </a:extLst>
          </p:cNvPr>
          <p:cNvSpPr>
            <a:spLocks noGrp="1"/>
          </p:cNvSpPr>
          <p:nvPr/>
        </p:nvSpPr>
        <p:spPr>
          <a:xfrm>
            <a:off x="762000" y="2502408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create template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9F29C0-8B06-4C7A-A047-0E1B30F92B94}"/>
              </a:ext>
            </a:extLst>
          </p:cNvPr>
          <p:cNvSpPr>
            <a:spLocks noGrp="1"/>
          </p:cNvSpPr>
          <p:nvPr/>
        </p:nvSpPr>
        <p:spPr>
          <a:xfrm>
            <a:off x="762000" y="2759583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Razor component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053F13-745D-406E-ADC1-A6ECE8537E74}"/>
              </a:ext>
            </a:extLst>
          </p:cNvPr>
          <p:cNvSpPr>
            <a:spLocks noGrp="1"/>
          </p:cNvSpPr>
          <p:nvPr/>
        </p:nvSpPr>
        <p:spPr>
          <a:xfrm>
            <a:off x="590550" y="3272409"/>
            <a:ext cx="23241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4F0395-FAB3-4651-B506-C104AF049542}"/>
              </a:ext>
            </a:extLst>
          </p:cNvPr>
          <p:cNvSpPr>
            <a:spLocks noGrp="1"/>
          </p:cNvSpPr>
          <p:nvPr/>
        </p:nvSpPr>
        <p:spPr>
          <a:xfrm>
            <a:off x="590550" y="3272409"/>
            <a:ext cx="57150" cy="80010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28C25B-A13B-4A97-8825-FE7AF4976E3A}"/>
              </a:ext>
            </a:extLst>
          </p:cNvPr>
          <p:cNvSpPr>
            <a:spLocks noGrp="1"/>
          </p:cNvSpPr>
          <p:nvPr/>
        </p:nvSpPr>
        <p:spPr>
          <a:xfrm>
            <a:off x="762000" y="3415284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selection rule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73E066-A965-48D1-8911-C2B7BC43DD6B}"/>
              </a:ext>
            </a:extLst>
          </p:cNvPr>
          <p:cNvSpPr>
            <a:spLocks noGrp="1"/>
          </p:cNvSpPr>
          <p:nvPr/>
        </p:nvSpPr>
        <p:spPr>
          <a:xfrm>
            <a:off x="762000" y="3672459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document id chooses type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C2EAEF-D7D4-4B83-8BCF-83B8667098C0}"/>
              </a:ext>
            </a:extLst>
          </p:cNvPr>
          <p:cNvSpPr>
            <a:spLocks noGrp="1"/>
          </p:cNvSpPr>
          <p:nvPr/>
        </p:nvSpPr>
        <p:spPr>
          <a:xfrm>
            <a:off x="590550" y="4215384"/>
            <a:ext cx="23241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A80BEE-88C7-4AE1-A792-17EEAC32DE74}"/>
              </a:ext>
            </a:extLst>
          </p:cNvPr>
          <p:cNvSpPr>
            <a:spLocks noGrp="1"/>
          </p:cNvSpPr>
          <p:nvPr/>
        </p:nvSpPr>
        <p:spPr>
          <a:xfrm>
            <a:off x="590550" y="4215384"/>
            <a:ext cx="57150" cy="800100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17D7F1-E98F-4621-92BC-52F1907BAE32}"/>
              </a:ext>
            </a:extLst>
          </p:cNvPr>
          <p:cNvSpPr>
            <a:spLocks noGrp="1"/>
          </p:cNvSpPr>
          <p:nvPr/>
        </p:nvSpPr>
        <p:spPr>
          <a:xfrm>
            <a:off x="762000" y="4358259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 tests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27192C-B203-4B94-8C3A-E729F816BE1B}"/>
              </a:ext>
            </a:extLst>
          </p:cNvPr>
          <p:cNvSpPr>
            <a:spLocks noGrp="1"/>
          </p:cNvSpPr>
          <p:nvPr/>
        </p:nvSpPr>
        <p:spPr>
          <a:xfrm>
            <a:off x="762000" y="4615434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samples, HTML, PDF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2E0482-B38E-4EAB-B9BC-2AB5CD9464EA}"/>
              </a:ext>
            </a:extLst>
          </p:cNvPr>
          <p:cNvSpPr>
            <a:spLocks noGrp="1"/>
          </p:cNvSpPr>
          <p:nvPr/>
        </p:nvSpPr>
        <p:spPr>
          <a:xfrm>
            <a:off x="3476625" y="1372743"/>
            <a:ext cx="23241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708E63-E6B2-4F01-BC3E-1FC6537E6E8E}"/>
              </a:ext>
            </a:extLst>
          </p:cNvPr>
          <p:cNvSpPr>
            <a:spLocks noGrp="1"/>
          </p:cNvSpPr>
          <p:nvPr/>
        </p:nvSpPr>
        <p:spPr>
          <a:xfrm>
            <a:off x="3476625" y="1372743"/>
            <a:ext cx="57150" cy="8001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3BB44D-97E0-4DAA-B01C-1B665F3FA1C4}"/>
              </a:ext>
            </a:extLst>
          </p:cNvPr>
          <p:cNvSpPr>
            <a:spLocks noGrp="1"/>
          </p:cNvSpPr>
          <p:nvPr/>
        </p:nvSpPr>
        <p:spPr>
          <a:xfrm>
            <a:off x="3648075" y="1515618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compose parts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A95618-2360-4267-AE79-C7DA5F320C5E}"/>
              </a:ext>
            </a:extLst>
          </p:cNvPr>
          <p:cNvSpPr>
            <a:spLocks noGrp="1"/>
          </p:cNvSpPr>
          <p:nvPr/>
        </p:nvSpPr>
        <p:spPr>
          <a:xfrm>
            <a:off x="3648075" y="1772793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layout, address, signature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29B438-FCFE-481C-BE69-D0C08F4BB89D}"/>
              </a:ext>
            </a:extLst>
          </p:cNvPr>
          <p:cNvSpPr>
            <a:spLocks noGrp="1"/>
          </p:cNvSpPr>
          <p:nvPr/>
        </p:nvSpPr>
        <p:spPr>
          <a:xfrm>
            <a:off x="1657350" y="2220468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endParaRPr sz="1500" b="1" dirty="0">
              <a:solidFill>
                <a:srgbClr val="64707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0C04FC-5D7B-4F84-B816-16D2AAE4E09A}"/>
              </a:ext>
            </a:extLst>
          </p:cNvPr>
          <p:cNvSpPr>
            <a:spLocks noGrp="1"/>
          </p:cNvSpPr>
          <p:nvPr/>
        </p:nvSpPr>
        <p:spPr>
          <a:xfrm>
            <a:off x="10229852" y="4928235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E8216EB-7860-31C8-BBBF-8E0A2699ACF9}"/>
              </a:ext>
            </a:extLst>
          </p:cNvPr>
          <p:cNvSpPr>
            <a:spLocks noGrp="1"/>
          </p:cNvSpPr>
          <p:nvPr/>
        </p:nvSpPr>
        <p:spPr>
          <a:xfrm>
            <a:off x="3476625" y="2429637"/>
            <a:ext cx="1352550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449F3AA-5DA7-29D6-88DE-0149F0ABF31D}"/>
              </a:ext>
            </a:extLst>
          </p:cNvPr>
          <p:cNvSpPr>
            <a:spLocks noGrp="1"/>
          </p:cNvSpPr>
          <p:nvPr/>
        </p:nvSpPr>
        <p:spPr>
          <a:xfrm>
            <a:off x="3476625" y="2429637"/>
            <a:ext cx="1352550" cy="1143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3C4ED40-A75A-E322-5318-26613695A4BB}"/>
              </a:ext>
            </a:extLst>
          </p:cNvPr>
          <p:cNvSpPr>
            <a:spLocks noGrp="1"/>
          </p:cNvSpPr>
          <p:nvPr/>
        </p:nvSpPr>
        <p:spPr>
          <a:xfrm>
            <a:off x="3571875" y="2724912"/>
            <a:ext cx="1162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A4 / Letter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CCB423A-191D-FCC0-B8DA-F50B99AD2908}"/>
              </a:ext>
            </a:extLst>
          </p:cNvPr>
          <p:cNvSpPr>
            <a:spLocks noGrp="1"/>
          </p:cNvSpPr>
          <p:nvPr/>
        </p:nvSpPr>
        <p:spPr>
          <a:xfrm>
            <a:off x="5172075" y="2429637"/>
            <a:ext cx="1352550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CBFDD32F-127D-8AA4-9DDD-373D7909DD4A}"/>
              </a:ext>
            </a:extLst>
          </p:cNvPr>
          <p:cNvSpPr>
            <a:spLocks noGrp="1"/>
          </p:cNvSpPr>
          <p:nvPr/>
        </p:nvSpPr>
        <p:spPr>
          <a:xfrm>
            <a:off x="5172075" y="2429637"/>
            <a:ext cx="1352550" cy="1143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3C0B3D1-CE2C-AEC9-DCA5-30CD2DC021B7}"/>
              </a:ext>
            </a:extLst>
          </p:cNvPr>
          <p:cNvSpPr>
            <a:spLocks noGrp="1"/>
          </p:cNvSpPr>
          <p:nvPr/>
        </p:nvSpPr>
        <p:spPr>
          <a:xfrm>
            <a:off x="5267325" y="2724912"/>
            <a:ext cx="1162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Address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61EA09A-C4A2-DE35-2E11-BFF65FD9EA09}"/>
              </a:ext>
            </a:extLst>
          </p:cNvPr>
          <p:cNvSpPr>
            <a:spLocks noGrp="1"/>
          </p:cNvSpPr>
          <p:nvPr/>
        </p:nvSpPr>
        <p:spPr>
          <a:xfrm>
            <a:off x="6867525" y="2429637"/>
            <a:ext cx="1352550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1E7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FBE0535-E7BA-E9AB-003E-E79CAED7DF9B}"/>
              </a:ext>
            </a:extLst>
          </p:cNvPr>
          <p:cNvSpPr>
            <a:spLocks noGrp="1"/>
          </p:cNvSpPr>
          <p:nvPr/>
        </p:nvSpPr>
        <p:spPr>
          <a:xfrm>
            <a:off x="6867525" y="2429637"/>
            <a:ext cx="1352550" cy="114300"/>
          </a:xfrm>
          <a:prstGeom prst="rect">
            <a:avLst/>
          </a:prstGeom>
          <a:solidFill>
            <a:srgbClr val="1E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FAA483E-BA1D-BF76-C80C-99BBBCFDF854}"/>
              </a:ext>
            </a:extLst>
          </p:cNvPr>
          <p:cNvSpPr>
            <a:spLocks noGrp="1"/>
          </p:cNvSpPr>
          <p:nvPr/>
        </p:nvSpPr>
        <p:spPr>
          <a:xfrm>
            <a:off x="6962775" y="2724912"/>
            <a:ext cx="1162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Subject / Date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DC06E28-394C-EB9E-0F33-D9B99D43FC14}"/>
              </a:ext>
            </a:extLst>
          </p:cNvPr>
          <p:cNvSpPr>
            <a:spLocks noGrp="1"/>
          </p:cNvSpPr>
          <p:nvPr/>
        </p:nvSpPr>
        <p:spPr>
          <a:xfrm>
            <a:off x="3476625" y="3610737"/>
            <a:ext cx="1352550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09E179D-2189-E088-E463-6F65ADB0D1EF}"/>
              </a:ext>
            </a:extLst>
          </p:cNvPr>
          <p:cNvSpPr>
            <a:spLocks noGrp="1"/>
          </p:cNvSpPr>
          <p:nvPr/>
        </p:nvSpPr>
        <p:spPr>
          <a:xfrm>
            <a:off x="3476625" y="3610737"/>
            <a:ext cx="1352550" cy="114300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8E8DF7C-6032-A4FF-0175-383C806A654C}"/>
              </a:ext>
            </a:extLst>
          </p:cNvPr>
          <p:cNvSpPr>
            <a:spLocks noGrp="1"/>
          </p:cNvSpPr>
          <p:nvPr/>
        </p:nvSpPr>
        <p:spPr>
          <a:xfrm>
            <a:off x="3571875" y="3906012"/>
            <a:ext cx="1162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Signature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3D7A143-D47E-1FD0-5F14-51436296B3AA}"/>
              </a:ext>
            </a:extLst>
          </p:cNvPr>
          <p:cNvSpPr>
            <a:spLocks noGrp="1"/>
          </p:cNvSpPr>
          <p:nvPr/>
        </p:nvSpPr>
        <p:spPr>
          <a:xfrm>
            <a:off x="5172075" y="3610737"/>
            <a:ext cx="1352550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D2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98363AB-06BA-7050-0C4E-C4C817A7F13F}"/>
              </a:ext>
            </a:extLst>
          </p:cNvPr>
          <p:cNvSpPr>
            <a:spLocks noGrp="1"/>
          </p:cNvSpPr>
          <p:nvPr/>
        </p:nvSpPr>
        <p:spPr>
          <a:xfrm>
            <a:off x="5172075" y="3610737"/>
            <a:ext cx="1352550" cy="11430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91B33FA-D319-8C68-BF08-E17C92648899}"/>
              </a:ext>
            </a:extLst>
          </p:cNvPr>
          <p:cNvSpPr>
            <a:spLocks noGrp="1"/>
          </p:cNvSpPr>
          <p:nvPr/>
        </p:nvSpPr>
        <p:spPr>
          <a:xfrm>
            <a:off x="5267325" y="3906012"/>
            <a:ext cx="1162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EC03E60-656E-63DE-D859-E56B49E63285}"/>
              </a:ext>
            </a:extLst>
          </p:cNvPr>
          <p:cNvSpPr>
            <a:spLocks noGrp="1"/>
          </p:cNvSpPr>
          <p:nvPr/>
        </p:nvSpPr>
        <p:spPr>
          <a:xfrm>
            <a:off x="6867525" y="3610737"/>
            <a:ext cx="1352550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23D8174-3780-D7D9-4A9D-B6565285138E}"/>
              </a:ext>
            </a:extLst>
          </p:cNvPr>
          <p:cNvSpPr>
            <a:spLocks noGrp="1"/>
          </p:cNvSpPr>
          <p:nvPr/>
        </p:nvSpPr>
        <p:spPr>
          <a:xfrm>
            <a:off x="6867525" y="3610737"/>
            <a:ext cx="1352550" cy="114300"/>
          </a:xfrm>
          <a:prstGeom prst="rect">
            <a:avLst/>
          </a:prstGeom>
          <a:solidFill>
            <a:srgbClr val="6B46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1428B27-8888-4FBD-E918-2387C56D8015}"/>
              </a:ext>
            </a:extLst>
          </p:cNvPr>
          <p:cNvSpPr>
            <a:spLocks noGrp="1"/>
          </p:cNvSpPr>
          <p:nvPr/>
        </p:nvSpPr>
        <p:spPr>
          <a:xfrm>
            <a:off x="6962775" y="3906012"/>
            <a:ext cx="1162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Tables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9F634930-523D-B5D9-54B1-A9CF863C7A86}"/>
              </a:ext>
            </a:extLst>
          </p:cNvPr>
          <p:cNvSpPr>
            <a:spLocks noGrp="1"/>
          </p:cNvSpPr>
          <p:nvPr/>
        </p:nvSpPr>
        <p:spPr>
          <a:xfrm>
            <a:off x="8658227" y="1401318"/>
            <a:ext cx="314325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E80F7FE-0AEB-2C09-EB17-F19F0B4A5436}"/>
              </a:ext>
            </a:extLst>
          </p:cNvPr>
          <p:cNvSpPr>
            <a:spLocks noGrp="1"/>
          </p:cNvSpPr>
          <p:nvPr/>
        </p:nvSpPr>
        <p:spPr>
          <a:xfrm>
            <a:off x="8658227" y="1401318"/>
            <a:ext cx="3143250" cy="514350"/>
          </a:xfrm>
          <a:prstGeom prst="rect">
            <a:avLst/>
          </a:prstGeom>
          <a:solidFill>
            <a:srgbClr val="1F29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8268CDA-B4CE-F4D7-FC6E-5009C5E53BA7}"/>
              </a:ext>
            </a:extLst>
          </p:cNvPr>
          <p:cNvSpPr>
            <a:spLocks noGrp="1"/>
          </p:cNvSpPr>
          <p:nvPr/>
        </p:nvSpPr>
        <p:spPr>
          <a:xfrm>
            <a:off x="8943977" y="1582293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FSCD Template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57CD88C-03EE-C418-2BAA-7F1F481F2D08}"/>
              </a:ext>
            </a:extLst>
          </p:cNvPr>
          <p:cNvSpPr>
            <a:spLocks noGrp="1"/>
          </p:cNvSpPr>
          <p:nvPr/>
        </p:nvSpPr>
        <p:spPr>
          <a:xfrm>
            <a:off x="9020177" y="2239518"/>
            <a:ext cx="2419350" cy="495300"/>
          </a:xfrm>
          <a:prstGeom prst="rect">
            <a:avLst/>
          </a:prstGeom>
          <a:solidFill>
            <a:srgbClr val="F6E8C3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2CA998B-88B1-4F24-28AA-D1B7C9886898}"/>
              </a:ext>
            </a:extLst>
          </p:cNvPr>
          <p:cNvSpPr>
            <a:spLocks noGrp="1"/>
          </p:cNvSpPr>
          <p:nvPr/>
        </p:nvSpPr>
        <p:spPr>
          <a:xfrm>
            <a:off x="9020177" y="2887218"/>
            <a:ext cx="2419350" cy="457200"/>
          </a:xfrm>
          <a:prstGeom prst="rect">
            <a:avLst/>
          </a:prstGeom>
          <a:solidFill>
            <a:srgbClr val="DCEBFA"/>
          </a:solidFill>
          <a:ln w="95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E8A9868-CBD4-6E73-9521-C16D23650CC3}"/>
              </a:ext>
            </a:extLst>
          </p:cNvPr>
          <p:cNvSpPr>
            <a:spLocks noGrp="1"/>
          </p:cNvSpPr>
          <p:nvPr/>
        </p:nvSpPr>
        <p:spPr>
          <a:xfrm>
            <a:off x="9020177" y="3534918"/>
            <a:ext cx="2419350" cy="742950"/>
          </a:xfrm>
          <a:prstGeom prst="rect">
            <a:avLst/>
          </a:prstGeom>
          <a:solidFill>
            <a:srgbClr val="EFF3F6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599F706-9507-7E66-63F7-0374AE0847F4}"/>
              </a:ext>
            </a:extLst>
          </p:cNvPr>
          <p:cNvSpPr>
            <a:spLocks noGrp="1"/>
          </p:cNvSpPr>
          <p:nvPr/>
        </p:nvSpPr>
        <p:spPr>
          <a:xfrm>
            <a:off x="9020177" y="4487418"/>
            <a:ext cx="1104900" cy="457200"/>
          </a:xfrm>
          <a:prstGeom prst="rect">
            <a:avLst/>
          </a:prstGeom>
          <a:solidFill>
            <a:srgbClr val="DFF2E7"/>
          </a:solidFill>
          <a:ln w="9525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9ABBEC55-3938-2769-516C-44F03693ED4B}"/>
              </a:ext>
            </a:extLst>
          </p:cNvPr>
          <p:cNvSpPr>
            <a:spLocks noGrp="1"/>
          </p:cNvSpPr>
          <p:nvPr/>
        </p:nvSpPr>
        <p:spPr>
          <a:xfrm>
            <a:off x="10334627" y="4487418"/>
            <a:ext cx="1104900" cy="457200"/>
          </a:xfrm>
          <a:prstGeom prst="rect">
            <a:avLst/>
          </a:prstGeom>
          <a:solidFill>
            <a:srgbClr val="F9D6DA"/>
          </a:solidFill>
          <a:ln w="9525">
            <a:solidFill>
              <a:srgbClr val="D2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4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523388-F716-487F-A2F7-9108A4BC3D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006669-548C-4C6F-9164-486D6C625FAA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47625" cy="68580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A21BB5-47DD-4172-9B22-3A1F06FDC0F3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226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22630"/>
                </a:solidFill>
                <a:latin typeface="Aptos"/>
                <a:ea typeface="Aptos"/>
                <a:cs typeface="Aptos"/>
              </a:rPr>
              <a:t>TEMPLATE METADATA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B0269-3A0E-4FDC-B6A5-FC373664EAF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developer fills a small contract so the system can discover and run 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ACFABA-AF39-48BC-A118-CAA0AE67219E}"/>
              </a:ext>
            </a:extLst>
          </p:cNvPr>
          <p:cNvSpPr>
            <a:spLocks noGrp="1"/>
          </p:cNvSpPr>
          <p:nvPr/>
        </p:nvSpPr>
        <p:spPr>
          <a:xfrm>
            <a:off x="3276600" y="1543050"/>
            <a:ext cx="5638800" cy="3695700"/>
          </a:xfrm>
          <a:prstGeom prst="rect">
            <a:avLst/>
          </a:prstGeom>
          <a:solidFill>
            <a:srgbClr val="1F29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DCDA57-FD13-4C60-AAE0-6ABECEFAC0F2}"/>
              </a:ext>
            </a:extLst>
          </p:cNvPr>
          <p:cNvSpPr>
            <a:spLocks noGrp="1"/>
          </p:cNvSpPr>
          <p:nvPr/>
        </p:nvSpPr>
        <p:spPr>
          <a:xfrm>
            <a:off x="3638550" y="1924050"/>
            <a:ext cx="49530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rPr>
              <a:t>@attribute [DocumentTemplate(</a:t>
            </a:r>
          </a:p>
          <a:p>
            <a:pPr algn="l">
              <a:def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rPr>
              <a:t>  Key = "fs1176-life-non-payment",</a:t>
            </a:r>
          </a:p>
          <a:p>
            <a:pPr algn="l">
              <a:def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rPr>
              <a:t>  Name = "FS1176 cancellation letter",</a:t>
            </a:r>
          </a:p>
          <a:p>
            <a:pPr algn="l">
              <a:def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rPr>
              <a:t>  Group = "FSCD")]</a:t>
            </a:r>
          </a:p>
          <a:p>
            <a:endParaRPr sz="1275" b="0">
              <a:solidFill>
                <a:srgbClr val="EAF0F6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rPr>
              <a:t>&lt;LetterLayout ...&gt;</a:t>
            </a:r>
          </a:p>
          <a:p>
            <a:pPr algn="l">
              <a:def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rPr>
              <a:t>  &lt;BodyContent&gt;...&lt;/BodyContent&gt;</a:t>
            </a:r>
          </a:p>
          <a:p>
            <a:pPr algn="l">
              <a:def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rPr>
              <a:t>&lt;/LetterLayout&gt;</a:t>
            </a:r>
          </a:p>
          <a:p>
            <a:endParaRPr sz="1275" b="0">
              <a:solidFill>
                <a:srgbClr val="EAF0F6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rPr>
              <a:t>@code {</a:t>
            </a:r>
          </a:p>
          <a:p>
            <a:pPr algn="l">
              <a:def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rPr>
              <a:t>  [Parameter] public BGOW0044Contract Model { get; set; }</a:t>
            </a:r>
          </a:p>
          <a:p>
            <a:pPr algn="l">
              <a:def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F6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2C03B5-68FA-47DB-9735-36FBE8407585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8859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3E439-05D6-4DEC-B29B-40125F460285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57150" cy="74295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3CDE3-D91A-4468-A87F-5E6428958D2C}"/>
              </a:ext>
            </a:extLst>
          </p:cNvPr>
          <p:cNvSpPr>
            <a:spLocks noGrp="1"/>
          </p:cNvSpPr>
          <p:nvPr/>
        </p:nvSpPr>
        <p:spPr>
          <a:xfrm>
            <a:off x="990600" y="1952625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Key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35CF15-80E7-4A9B-8811-9C35BC3A1FA7}"/>
              </a:ext>
            </a:extLst>
          </p:cNvPr>
          <p:cNvSpPr>
            <a:spLocks noGrp="1"/>
          </p:cNvSpPr>
          <p:nvPr/>
        </p:nvSpPr>
        <p:spPr>
          <a:xfrm>
            <a:off x="990600" y="2209800"/>
            <a:ext cx="1543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stable technical id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399148-553E-49AC-8D83-B143E2947B1C}"/>
              </a:ext>
            </a:extLst>
          </p:cNvPr>
          <p:cNvSpPr>
            <a:spLocks noGrp="1"/>
          </p:cNvSpPr>
          <p:nvPr/>
        </p:nvSpPr>
        <p:spPr>
          <a:xfrm>
            <a:off x="819150" y="3028950"/>
            <a:ext cx="18859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1E42EF-152A-432F-BFA5-0C7E6AE0D1CA}"/>
              </a:ext>
            </a:extLst>
          </p:cNvPr>
          <p:cNvSpPr>
            <a:spLocks noGrp="1"/>
          </p:cNvSpPr>
          <p:nvPr/>
        </p:nvSpPr>
        <p:spPr>
          <a:xfrm>
            <a:off x="819150" y="3028950"/>
            <a:ext cx="57150" cy="74295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985BF1-564D-4222-86C8-F227356DC871}"/>
              </a:ext>
            </a:extLst>
          </p:cNvPr>
          <p:cNvSpPr>
            <a:spLocks noGrp="1"/>
          </p:cNvSpPr>
          <p:nvPr/>
        </p:nvSpPr>
        <p:spPr>
          <a:xfrm>
            <a:off x="990600" y="3171825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Name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AC2A4F-B227-4586-8FBB-8A7E3FF1E4CF}"/>
              </a:ext>
            </a:extLst>
          </p:cNvPr>
          <p:cNvSpPr>
            <a:spLocks noGrp="1"/>
          </p:cNvSpPr>
          <p:nvPr/>
        </p:nvSpPr>
        <p:spPr>
          <a:xfrm>
            <a:off x="990600" y="3429000"/>
            <a:ext cx="1543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human-readable label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26A266-C5D4-4857-876E-EBDE41D59411}"/>
              </a:ext>
            </a:extLst>
          </p:cNvPr>
          <p:cNvSpPr>
            <a:spLocks noGrp="1"/>
          </p:cNvSpPr>
          <p:nvPr/>
        </p:nvSpPr>
        <p:spPr>
          <a:xfrm>
            <a:off x="819150" y="4248150"/>
            <a:ext cx="18859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6C9281-20B7-428F-82F2-92EF38DDE37C}"/>
              </a:ext>
            </a:extLst>
          </p:cNvPr>
          <p:cNvSpPr>
            <a:spLocks noGrp="1"/>
          </p:cNvSpPr>
          <p:nvPr/>
        </p:nvSpPr>
        <p:spPr>
          <a:xfrm>
            <a:off x="819150" y="4248150"/>
            <a:ext cx="57150" cy="742950"/>
          </a:xfrm>
          <a:prstGeom prst="rect">
            <a:avLst/>
          </a:prstGeom>
          <a:solidFill>
            <a:srgbClr val="1E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8911BD-6FC3-4904-905B-653ABAF1BDA9}"/>
              </a:ext>
            </a:extLst>
          </p:cNvPr>
          <p:cNvSpPr>
            <a:spLocks noGrp="1"/>
          </p:cNvSpPr>
          <p:nvPr/>
        </p:nvSpPr>
        <p:spPr>
          <a:xfrm>
            <a:off x="990600" y="4391025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Group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94417F-AFB3-4604-9970-5B9C40F69994}"/>
              </a:ext>
            </a:extLst>
          </p:cNvPr>
          <p:cNvSpPr>
            <a:spLocks noGrp="1"/>
          </p:cNvSpPr>
          <p:nvPr/>
        </p:nvSpPr>
        <p:spPr>
          <a:xfrm>
            <a:off x="990600" y="4648200"/>
            <a:ext cx="1543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document family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6C12A3-4987-4243-8A71-3EF003A297A1}"/>
              </a:ext>
            </a:extLst>
          </p:cNvPr>
          <p:cNvSpPr>
            <a:spLocks noGrp="1"/>
          </p:cNvSpPr>
          <p:nvPr/>
        </p:nvSpPr>
        <p:spPr>
          <a:xfrm>
            <a:off x="9429750" y="2228850"/>
            <a:ext cx="18859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7B56CD-DDA9-4FE3-9436-8C44659CAF46}"/>
              </a:ext>
            </a:extLst>
          </p:cNvPr>
          <p:cNvSpPr>
            <a:spLocks noGrp="1"/>
          </p:cNvSpPr>
          <p:nvPr/>
        </p:nvSpPr>
        <p:spPr>
          <a:xfrm>
            <a:off x="9429750" y="2228850"/>
            <a:ext cx="57150" cy="742950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4ACB39-2549-4674-9AFA-2FA527A9653D}"/>
              </a:ext>
            </a:extLst>
          </p:cNvPr>
          <p:cNvSpPr>
            <a:spLocks noGrp="1"/>
          </p:cNvSpPr>
          <p:nvPr/>
        </p:nvSpPr>
        <p:spPr>
          <a:xfrm>
            <a:off x="9601200" y="2371725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2B34D0-2290-43D9-99F5-5DCE636531BB}"/>
              </a:ext>
            </a:extLst>
          </p:cNvPr>
          <p:cNvSpPr>
            <a:spLocks noGrp="1"/>
          </p:cNvSpPr>
          <p:nvPr/>
        </p:nvSpPr>
        <p:spPr>
          <a:xfrm>
            <a:off x="9601200" y="2628900"/>
            <a:ext cx="1543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typed input contract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F0D74E-E6D6-403F-ACE2-8C89DFA5FBB9}"/>
              </a:ext>
            </a:extLst>
          </p:cNvPr>
          <p:cNvSpPr>
            <a:spLocks noGrp="1"/>
          </p:cNvSpPr>
          <p:nvPr/>
        </p:nvSpPr>
        <p:spPr>
          <a:xfrm>
            <a:off x="9429750" y="3600450"/>
            <a:ext cx="18859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74D5F8-E020-486C-9DA2-CBF382B72BD8}"/>
              </a:ext>
            </a:extLst>
          </p:cNvPr>
          <p:cNvSpPr>
            <a:spLocks noGrp="1"/>
          </p:cNvSpPr>
          <p:nvPr/>
        </p:nvSpPr>
        <p:spPr>
          <a:xfrm>
            <a:off x="9429750" y="3600450"/>
            <a:ext cx="57150" cy="7429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AE9F15C-0D55-450D-A2DF-5BEF4206400A}"/>
              </a:ext>
            </a:extLst>
          </p:cNvPr>
          <p:cNvSpPr>
            <a:spLocks noGrp="1"/>
          </p:cNvSpPr>
          <p:nvPr/>
        </p:nvSpPr>
        <p:spPr>
          <a:xfrm>
            <a:off x="9601200" y="3743325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Layout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228631-A7AE-476D-8F2F-CBE17CE055AE}"/>
              </a:ext>
            </a:extLst>
          </p:cNvPr>
          <p:cNvSpPr>
            <a:spLocks noGrp="1"/>
          </p:cNvSpPr>
          <p:nvPr/>
        </p:nvSpPr>
        <p:spPr>
          <a:xfrm>
            <a:off x="9601200" y="4000500"/>
            <a:ext cx="1543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shared print structure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CE78692-CC35-4BA5-8384-299E86435C05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3377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EF0CCC-FF47-436E-8C09-00776DFFE8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C47AAF-6ED5-4986-A3C0-B625954431D8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47625" cy="68580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74F8CF-AD15-47DA-97B9-F07DF72ED75A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226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22630"/>
                </a:solidFill>
                <a:latin typeface="Aptos"/>
                <a:ea typeface="Aptos"/>
                <a:cs typeface="Aptos"/>
              </a:rPr>
              <a:t>EXECUTION USER 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EF8D30-45CE-4681-A70C-C53684FECDC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Apps and APIs build the model, then ask the renderer for 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F6DDAE-E56E-4128-B48A-ACE163E16941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8097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FBF3B2-8CF1-4DE9-AA87-7D7090DA216D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57150" cy="7239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A8D443-9112-4333-82C8-3564AEEAD346}"/>
              </a:ext>
            </a:extLst>
          </p:cNvPr>
          <p:cNvSpPr>
            <a:spLocks noGrp="1"/>
          </p:cNvSpPr>
          <p:nvPr/>
        </p:nvSpPr>
        <p:spPr>
          <a:xfrm>
            <a:off x="990600" y="1952625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15B89E-697A-4509-AAFC-7FF25EF57061}"/>
              </a:ext>
            </a:extLst>
          </p:cNvPr>
          <p:cNvSpPr>
            <a:spLocks noGrp="1"/>
          </p:cNvSpPr>
          <p:nvPr/>
        </p:nvSpPr>
        <p:spPr>
          <a:xfrm>
            <a:off x="990600" y="22098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API 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C2D421-C040-485A-A77B-C4CBE26F91F1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18097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6DF890-CEBC-422C-A464-248800C0924A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57150" cy="723900"/>
          </a:xfrm>
          <a:prstGeom prst="rect">
            <a:avLst/>
          </a:prstGeom>
          <a:solidFill>
            <a:srgbClr val="1E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EDDA1A-F9C6-4565-B7EC-77F1A4CA034A}"/>
              </a:ext>
            </a:extLst>
          </p:cNvPr>
          <p:cNvSpPr>
            <a:spLocks noGrp="1"/>
          </p:cNvSpPr>
          <p:nvPr/>
        </p:nvSpPr>
        <p:spPr>
          <a:xfrm>
            <a:off x="990600" y="3057525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708A8B-D720-45A0-82AB-988B3D59E0AF}"/>
              </a:ext>
            </a:extLst>
          </p:cNvPr>
          <p:cNvSpPr>
            <a:spLocks noGrp="1"/>
          </p:cNvSpPr>
          <p:nvPr/>
        </p:nvSpPr>
        <p:spPr>
          <a:xfrm>
            <a:off x="990600" y="33147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dashboard 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41645A-1553-4E68-8F86-89C6CE60863E}"/>
              </a:ext>
            </a:extLst>
          </p:cNvPr>
          <p:cNvSpPr>
            <a:spLocks noGrp="1"/>
          </p:cNvSpPr>
          <p:nvPr/>
        </p:nvSpPr>
        <p:spPr>
          <a:xfrm>
            <a:off x="819150" y="4019550"/>
            <a:ext cx="18097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BA8ACF-33C0-46BB-A30A-6BC0E8DBF8B1}"/>
              </a:ext>
            </a:extLst>
          </p:cNvPr>
          <p:cNvSpPr>
            <a:spLocks noGrp="1"/>
          </p:cNvSpPr>
          <p:nvPr/>
        </p:nvSpPr>
        <p:spPr>
          <a:xfrm>
            <a:off x="819150" y="4019550"/>
            <a:ext cx="57150" cy="7239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03B5CE-3461-4E79-B2D5-E7A4A7860D71}"/>
              </a:ext>
            </a:extLst>
          </p:cNvPr>
          <p:cNvSpPr>
            <a:spLocks noGrp="1"/>
          </p:cNvSpPr>
          <p:nvPr/>
        </p:nvSpPr>
        <p:spPr>
          <a:xfrm>
            <a:off x="990600" y="4162425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batch job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E0DFA9-A8B1-4F4B-9C8E-6808D2F94745}"/>
              </a:ext>
            </a:extLst>
          </p:cNvPr>
          <p:cNvSpPr>
            <a:spLocks noGrp="1"/>
          </p:cNvSpPr>
          <p:nvPr/>
        </p:nvSpPr>
        <p:spPr>
          <a:xfrm>
            <a:off x="990600" y="44196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scheduled run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1E9A84-D9C3-43B1-8F23-04FB661A43B9}"/>
              </a:ext>
            </a:extLst>
          </p:cNvPr>
          <p:cNvSpPr>
            <a:spLocks noGrp="1"/>
          </p:cNvSpPr>
          <p:nvPr/>
        </p:nvSpPr>
        <p:spPr>
          <a:xfrm>
            <a:off x="3352800" y="2286000"/>
            <a:ext cx="2095500" cy="1695450"/>
          </a:xfrm>
          <a:prstGeom prst="rect">
            <a:avLst/>
          </a:prstGeom>
          <a:solidFill>
            <a:srgbClr val="DCEBFA"/>
          </a:solidFill>
          <a:ln w="95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093CC8-E254-4E49-A31B-6DA5F7B76001}"/>
              </a:ext>
            </a:extLst>
          </p:cNvPr>
          <p:cNvSpPr>
            <a:spLocks noGrp="1"/>
          </p:cNvSpPr>
          <p:nvPr/>
        </p:nvSpPr>
        <p:spPr>
          <a:xfrm>
            <a:off x="3600450" y="2571750"/>
            <a:ext cx="1600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builder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B0F822-8BE7-48FE-BFDB-A73B334FD900}"/>
              </a:ext>
            </a:extLst>
          </p:cNvPr>
          <p:cNvSpPr>
            <a:spLocks noGrp="1"/>
          </p:cNvSpPr>
          <p:nvPr/>
        </p:nvSpPr>
        <p:spPr>
          <a:xfrm>
            <a:off x="3657600" y="3048000"/>
            <a:ext cx="14859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CB4B2A-2095-42B3-928E-C3BABD334F5B}"/>
              </a:ext>
            </a:extLst>
          </p:cNvPr>
          <p:cNvSpPr>
            <a:spLocks noGrp="1"/>
          </p:cNvSpPr>
          <p:nvPr/>
        </p:nvSpPr>
        <p:spPr>
          <a:xfrm>
            <a:off x="3657600" y="310515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82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required format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A7EC7F-BD1B-4094-8854-3D18E583F2BA}"/>
              </a:ext>
            </a:extLst>
          </p:cNvPr>
          <p:cNvSpPr>
            <a:spLocks noGrp="1"/>
          </p:cNvSpPr>
          <p:nvPr/>
        </p:nvSpPr>
        <p:spPr>
          <a:xfrm>
            <a:off x="3657600" y="3448050"/>
            <a:ext cx="14859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542BF2-C5CA-4F11-AC1D-31C87AD6F0D7}"/>
              </a:ext>
            </a:extLst>
          </p:cNvPr>
          <p:cNvSpPr>
            <a:spLocks noGrp="1"/>
          </p:cNvSpPr>
          <p:nvPr/>
        </p:nvSpPr>
        <p:spPr>
          <a:xfrm>
            <a:off x="3657600" y="35052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0" rIns="38100" bIns="0" anchor="t"/>
          <a:lstStyle/>
          <a:p>
            <a:pPr algn="ctr">
              <a:defRPr sz="82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IDocumentModel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B8EEB-41DE-4823-9397-C04E2C224C46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190750" cy="1657350"/>
          </a:xfrm>
          <a:prstGeom prst="rect">
            <a:avLst/>
          </a:prstGeom>
          <a:solidFill>
            <a:srgbClr val="1F2933"/>
          </a:solidFill>
          <a:ln w="9525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5567F2-35F2-4AF9-BF44-960CD550C361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57150" cy="165735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1592DC-89B3-4EBD-A7F2-A7CA93E87CD8}"/>
              </a:ext>
            </a:extLst>
          </p:cNvPr>
          <p:cNvSpPr>
            <a:spLocks noGrp="1"/>
          </p:cNvSpPr>
          <p:nvPr/>
        </p:nvSpPr>
        <p:spPr>
          <a:xfrm>
            <a:off x="6496050" y="2447925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DocumentRenderer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B16088-BF34-480F-8CEE-F61DC38541A7}"/>
              </a:ext>
            </a:extLst>
          </p:cNvPr>
          <p:cNvSpPr>
            <a:spLocks noGrp="1"/>
          </p:cNvSpPr>
          <p:nvPr/>
        </p:nvSpPr>
        <p:spPr>
          <a:xfrm>
            <a:off x="6496050" y="2705100"/>
            <a:ext cx="18478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selects template</a:t>
            </a:r>
          </a:p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renders HTML</a:t>
            </a:r>
          </a:p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calls PDF provider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18B089-CB25-4314-AAE7-CD5046A07F08}"/>
              </a:ext>
            </a:extLst>
          </p:cNvPr>
          <p:cNvSpPr>
            <a:spLocks noGrp="1"/>
          </p:cNvSpPr>
          <p:nvPr/>
        </p:nvSpPr>
        <p:spPr>
          <a:xfrm>
            <a:off x="9391650" y="2305050"/>
            <a:ext cx="1809750" cy="1657350"/>
          </a:xfrm>
          <a:prstGeom prst="rect">
            <a:avLst/>
          </a:prstGeom>
          <a:solidFill>
            <a:srgbClr val="DFF2E7"/>
          </a:solidFill>
          <a:ln w="9525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F33AFD-6977-423E-B573-4FE933D750E2}"/>
              </a:ext>
            </a:extLst>
          </p:cNvPr>
          <p:cNvSpPr>
            <a:spLocks noGrp="1"/>
          </p:cNvSpPr>
          <p:nvPr/>
        </p:nvSpPr>
        <p:spPr>
          <a:xfrm>
            <a:off x="9391650" y="2305050"/>
            <a:ext cx="57150" cy="1657350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B7A30D-A67F-4033-A791-3BFD34142C68}"/>
              </a:ext>
            </a:extLst>
          </p:cNvPr>
          <p:cNvSpPr>
            <a:spLocks noGrp="1"/>
          </p:cNvSpPr>
          <p:nvPr/>
        </p:nvSpPr>
        <p:spPr>
          <a:xfrm>
            <a:off x="9563100" y="2447925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PDF bytes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6BC45A-D981-45D2-BE29-7FEBBF63142C}"/>
              </a:ext>
            </a:extLst>
          </p:cNvPr>
          <p:cNvSpPr>
            <a:spLocks noGrp="1"/>
          </p:cNvSpPr>
          <p:nvPr/>
        </p:nvSpPr>
        <p:spPr>
          <a:xfrm>
            <a:off x="9563100" y="2705100"/>
            <a:ext cx="14668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return</a:t>
            </a:r>
          </a:p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download</a:t>
            </a:r>
          </a:p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1B0C25-60D1-477D-A26C-8AEE14CA719A}"/>
              </a:ext>
            </a:extLst>
          </p:cNvPr>
          <p:cNvSpPr>
            <a:spLocks noGrp="1"/>
          </p:cNvSpPr>
          <p:nvPr/>
        </p:nvSpPr>
        <p:spPr>
          <a:xfrm>
            <a:off x="2857500" y="2171700"/>
            <a:ext cx="19050" cy="2209800"/>
          </a:xfrm>
          <a:prstGeom prst="rect">
            <a:avLst/>
          </a:prstGeom>
          <a:solidFill>
            <a:srgbClr val="6470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AA8124-AD8C-4B65-9E9D-74B707A17A11}"/>
              </a:ext>
            </a:extLst>
          </p:cNvPr>
          <p:cNvSpPr>
            <a:spLocks noGrp="1"/>
          </p:cNvSpPr>
          <p:nvPr/>
        </p:nvSpPr>
        <p:spPr>
          <a:xfrm>
            <a:off x="2686050" y="2162175"/>
            <a:ext cx="171450" cy="19050"/>
          </a:xfrm>
          <a:prstGeom prst="rect">
            <a:avLst/>
          </a:prstGeom>
          <a:solidFill>
            <a:srgbClr val="6470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0ECDE6-07A5-4630-A2AF-8EC508A2C561}"/>
              </a:ext>
            </a:extLst>
          </p:cNvPr>
          <p:cNvSpPr>
            <a:spLocks noGrp="1"/>
          </p:cNvSpPr>
          <p:nvPr/>
        </p:nvSpPr>
        <p:spPr>
          <a:xfrm>
            <a:off x="2686050" y="3267075"/>
            <a:ext cx="171450" cy="19050"/>
          </a:xfrm>
          <a:prstGeom prst="rect">
            <a:avLst/>
          </a:prstGeom>
          <a:solidFill>
            <a:srgbClr val="6470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A4731B-2B4B-492F-AB6E-229BB6664FAA}"/>
              </a:ext>
            </a:extLst>
          </p:cNvPr>
          <p:cNvSpPr>
            <a:spLocks noGrp="1"/>
          </p:cNvSpPr>
          <p:nvPr/>
        </p:nvSpPr>
        <p:spPr>
          <a:xfrm>
            <a:off x="2686050" y="4371975"/>
            <a:ext cx="171450" cy="19050"/>
          </a:xfrm>
          <a:prstGeom prst="rect">
            <a:avLst/>
          </a:prstGeom>
          <a:solidFill>
            <a:srgbClr val="6470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9252EC-4B44-47DA-A2CF-C0F88F526558}"/>
              </a:ext>
            </a:extLst>
          </p:cNvPr>
          <p:cNvSpPr>
            <a:spLocks noGrp="1"/>
          </p:cNvSpPr>
          <p:nvPr/>
        </p:nvSpPr>
        <p:spPr>
          <a:xfrm>
            <a:off x="2876550" y="3270504"/>
            <a:ext cx="323850" cy="19050"/>
          </a:xfrm>
          <a:prstGeom prst="rect">
            <a:avLst/>
          </a:prstGeom>
          <a:solidFill>
            <a:srgbClr val="6470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0B63D5-C61B-4463-8F80-67899E2293EE}"/>
              </a:ext>
            </a:extLst>
          </p:cNvPr>
          <p:cNvSpPr>
            <a:spLocks noGrp="1"/>
          </p:cNvSpPr>
          <p:nvPr/>
        </p:nvSpPr>
        <p:spPr>
          <a:xfrm>
            <a:off x="5505450" y="3124200"/>
            <a:ext cx="666750" cy="19050"/>
          </a:xfrm>
          <a:prstGeom prst="rect">
            <a:avLst/>
          </a:prstGeom>
          <a:solidFill>
            <a:srgbClr val="6470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F9F349-476C-4BB9-B7C6-1957391419D6}"/>
              </a:ext>
            </a:extLst>
          </p:cNvPr>
          <p:cNvSpPr>
            <a:spLocks noGrp="1"/>
          </p:cNvSpPr>
          <p:nvPr/>
        </p:nvSpPr>
        <p:spPr>
          <a:xfrm>
            <a:off x="8572500" y="3124200"/>
            <a:ext cx="666750" cy="19050"/>
          </a:xfrm>
          <a:prstGeom prst="rect">
            <a:avLst/>
          </a:prstGeom>
          <a:solidFill>
            <a:srgbClr val="6470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CC4876-E96B-495E-B1C6-C9BFB8188010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5224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E69CBD-CAB2-4FD0-84E7-D412A40A9F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10DC4-33EA-4D6A-9333-E45BCC9B4A07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47625" cy="68580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0DC90-B287-4EE5-80B8-8BF8C712E91E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226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22630"/>
                </a:solidFill>
                <a:latin typeface="Aptos"/>
                <a:ea typeface="Aptos"/>
                <a:cs typeface="Aptos"/>
              </a:rPr>
              <a:t>DOCUMENTRENDERER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82FB76-62A2-4BF7-A961-653F03E0D43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Runtime uses descriptors and providers, not origin-specific hard-coding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2C5BDD-9056-4BA5-8C6A-A6D045EDC4CE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2000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E4068F-A07A-4528-9522-0174175E87E6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57150" cy="93345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946892-3ABE-43D7-B806-0DBEDCAAB3B0}"/>
              </a:ext>
            </a:extLst>
          </p:cNvPr>
          <p:cNvSpPr>
            <a:spLocks noGrp="1"/>
          </p:cNvSpPr>
          <p:nvPr/>
        </p:nvSpPr>
        <p:spPr>
          <a:xfrm>
            <a:off x="914400" y="23336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IDocumentModel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0F6533-BD8F-4AC0-B332-30B9A5884B8A}"/>
              </a:ext>
            </a:extLst>
          </p:cNvPr>
          <p:cNvSpPr>
            <a:spLocks noGrp="1"/>
          </p:cNvSpPr>
          <p:nvPr/>
        </p:nvSpPr>
        <p:spPr>
          <a:xfrm>
            <a:off x="914400" y="2590800"/>
            <a:ext cx="1657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+ RenderSource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DAD219-6C7C-4EF4-8B50-AE0255C086F9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000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3769D8-14FE-4D61-BEC0-0C583381A949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57150" cy="933450"/>
          </a:xfrm>
          <a:prstGeom prst="rect">
            <a:avLst/>
          </a:prstGeom>
          <a:solidFill>
            <a:srgbClr val="6B46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8120D4-1E14-4F9A-A4AC-1220895E996F}"/>
              </a:ext>
            </a:extLst>
          </p:cNvPr>
          <p:cNvSpPr>
            <a:spLocks noGrp="1"/>
          </p:cNvSpPr>
          <p:nvPr/>
        </p:nvSpPr>
        <p:spPr>
          <a:xfrm>
            <a:off x="914400" y="387667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template registry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448475-6B3C-428C-ADF1-5368CC46309F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1657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precomputed descriptors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03E55E-648A-4D5F-B2C6-304B486B8D66}"/>
              </a:ext>
            </a:extLst>
          </p:cNvPr>
          <p:cNvSpPr>
            <a:spLocks noGrp="1"/>
          </p:cNvSpPr>
          <p:nvPr/>
        </p:nvSpPr>
        <p:spPr>
          <a:xfrm>
            <a:off x="3714750" y="2190750"/>
            <a:ext cx="2190750" cy="2476500"/>
          </a:xfrm>
          <a:prstGeom prst="rect">
            <a:avLst/>
          </a:prstGeom>
          <a:solidFill>
            <a:srgbClr val="DCEBFA"/>
          </a:solidFill>
          <a:ln w="95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EC603A-1DDB-4CCB-9C82-0B31E9857D95}"/>
              </a:ext>
            </a:extLst>
          </p:cNvPr>
          <p:cNvSpPr>
            <a:spLocks noGrp="1"/>
          </p:cNvSpPr>
          <p:nvPr/>
        </p:nvSpPr>
        <p:spPr>
          <a:xfrm>
            <a:off x="3714750" y="2190750"/>
            <a:ext cx="57150" cy="24765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21C0DC-1EE1-4B6F-A5DE-9711DDAC9E45}"/>
              </a:ext>
            </a:extLst>
          </p:cNvPr>
          <p:cNvSpPr>
            <a:spLocks noGrp="1"/>
          </p:cNvSpPr>
          <p:nvPr/>
        </p:nvSpPr>
        <p:spPr>
          <a:xfrm>
            <a:off x="3886200" y="2333625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642508-4651-40D3-A1AE-CC626C750C5E}"/>
              </a:ext>
            </a:extLst>
          </p:cNvPr>
          <p:cNvSpPr>
            <a:spLocks noGrp="1"/>
          </p:cNvSpPr>
          <p:nvPr/>
        </p:nvSpPr>
        <p:spPr>
          <a:xfrm>
            <a:off x="3886200" y="2590800"/>
            <a:ext cx="1847850" cy="192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rules choose zero or one template</a:t>
            </a:r>
          </a:p>
          <a:p>
            <a:endParaRPr sz="825" b="0">
              <a:solidFill>
                <a:srgbClr val="64707D"/>
              </a:solidFill>
              <a:latin typeface="Aptos"/>
              <a:ea typeface="Aptos"/>
              <a:cs typeface="Aptos"/>
            </a:endParaRPr>
          </a:p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fallback uses default</a:t>
            </a:r>
          </a:p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conflicts throw clearly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1174B1-560D-4976-9E1D-1A491267E378}"/>
              </a:ext>
            </a:extLst>
          </p:cNvPr>
          <p:cNvSpPr>
            <a:spLocks noGrp="1"/>
          </p:cNvSpPr>
          <p:nvPr/>
        </p:nvSpPr>
        <p:spPr>
          <a:xfrm>
            <a:off x="6896100" y="2190750"/>
            <a:ext cx="2190750" cy="2476500"/>
          </a:xfrm>
          <a:prstGeom prst="rect">
            <a:avLst/>
          </a:prstGeom>
          <a:solidFill>
            <a:srgbClr val="DDF1EF"/>
          </a:solidFill>
          <a:ln w="9525">
            <a:solidFill>
              <a:srgbClr val="1E7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DEDAF9-447A-4AFB-BE59-8F2A32BE60A5}"/>
              </a:ext>
            </a:extLst>
          </p:cNvPr>
          <p:cNvSpPr>
            <a:spLocks noGrp="1"/>
          </p:cNvSpPr>
          <p:nvPr/>
        </p:nvSpPr>
        <p:spPr>
          <a:xfrm>
            <a:off x="6896100" y="2190750"/>
            <a:ext cx="57150" cy="2476500"/>
          </a:xfrm>
          <a:prstGeom prst="rect">
            <a:avLst/>
          </a:prstGeom>
          <a:solidFill>
            <a:srgbClr val="1E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02BA00-5001-49BC-AB07-49A5096378A1}"/>
              </a:ext>
            </a:extLst>
          </p:cNvPr>
          <p:cNvSpPr>
            <a:spLocks noGrp="1"/>
          </p:cNvSpPr>
          <p:nvPr/>
        </p:nvSpPr>
        <p:spPr>
          <a:xfrm>
            <a:off x="7067550" y="2333625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Razor HTML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0313DA-3293-425C-9065-D94F50BD61C9}"/>
              </a:ext>
            </a:extLst>
          </p:cNvPr>
          <p:cNvSpPr>
            <a:spLocks noGrp="1"/>
          </p:cNvSpPr>
          <p:nvPr/>
        </p:nvSpPr>
        <p:spPr>
          <a:xfrm>
            <a:off x="7067550" y="2590800"/>
            <a:ext cx="1847850" cy="192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body template</a:t>
            </a:r>
          </a:p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optional header</a:t>
            </a:r>
          </a:p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optional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157CDB-85DA-4EA1-B380-79DCC186F2D0}"/>
              </a:ext>
            </a:extLst>
          </p:cNvPr>
          <p:cNvSpPr>
            <a:spLocks noGrp="1"/>
          </p:cNvSpPr>
          <p:nvPr/>
        </p:nvSpPr>
        <p:spPr>
          <a:xfrm>
            <a:off x="10001250" y="2190750"/>
            <a:ext cx="1428750" cy="2476500"/>
          </a:xfrm>
          <a:prstGeom prst="rect">
            <a:avLst/>
          </a:prstGeom>
          <a:solidFill>
            <a:srgbClr val="DFF2E7"/>
          </a:solidFill>
          <a:ln w="9525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432A59-CF95-492E-A733-7EDBD50E40A9}"/>
              </a:ext>
            </a:extLst>
          </p:cNvPr>
          <p:cNvSpPr>
            <a:spLocks noGrp="1"/>
          </p:cNvSpPr>
          <p:nvPr/>
        </p:nvSpPr>
        <p:spPr>
          <a:xfrm>
            <a:off x="10001250" y="2190750"/>
            <a:ext cx="57150" cy="2476500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9F3C75-C3D1-4F1B-9F19-B9F4A438E5EC}"/>
              </a:ext>
            </a:extLst>
          </p:cNvPr>
          <p:cNvSpPr>
            <a:spLocks noGrp="1"/>
          </p:cNvSpPr>
          <p:nvPr/>
        </p:nvSpPr>
        <p:spPr>
          <a:xfrm>
            <a:off x="10172700" y="2333625"/>
            <a:ext cx="108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PDF provider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A9EBBA-370E-49C5-8CAA-805F2C7DF0B6}"/>
              </a:ext>
            </a:extLst>
          </p:cNvPr>
          <p:cNvSpPr>
            <a:spLocks noGrp="1"/>
          </p:cNvSpPr>
          <p:nvPr/>
        </p:nvSpPr>
        <p:spPr>
          <a:xfrm>
            <a:off x="10172700" y="2590800"/>
            <a:ext cx="1085850" cy="192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IronPDF today</a:t>
            </a:r>
          </a:p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replaceable later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D9218D-BA65-47D5-A61D-E5C60B093FFB}"/>
              </a:ext>
            </a:extLst>
          </p:cNvPr>
          <p:cNvSpPr>
            <a:spLocks noGrp="1"/>
          </p:cNvSpPr>
          <p:nvPr/>
        </p:nvSpPr>
        <p:spPr>
          <a:xfrm>
            <a:off x="2800350" y="2647950"/>
            <a:ext cx="762000" cy="19050"/>
          </a:xfrm>
          <a:prstGeom prst="rect">
            <a:avLst/>
          </a:prstGeom>
          <a:solidFill>
            <a:srgbClr val="6470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F51BC8-DE01-491F-B8F1-651FFDEB3D93}"/>
              </a:ext>
            </a:extLst>
          </p:cNvPr>
          <p:cNvSpPr>
            <a:spLocks noGrp="1"/>
          </p:cNvSpPr>
          <p:nvPr/>
        </p:nvSpPr>
        <p:spPr>
          <a:xfrm>
            <a:off x="2800350" y="4191000"/>
            <a:ext cx="762000" cy="19050"/>
          </a:xfrm>
          <a:prstGeom prst="rect">
            <a:avLst/>
          </a:prstGeom>
          <a:solidFill>
            <a:srgbClr val="6470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EB61DC8-317B-4500-8FC5-31A98FE24CB9}"/>
              </a:ext>
            </a:extLst>
          </p:cNvPr>
          <p:cNvSpPr>
            <a:spLocks noGrp="1"/>
          </p:cNvSpPr>
          <p:nvPr/>
        </p:nvSpPr>
        <p:spPr>
          <a:xfrm>
            <a:off x="5962650" y="3419475"/>
            <a:ext cx="781050" cy="19050"/>
          </a:xfrm>
          <a:prstGeom prst="rect">
            <a:avLst/>
          </a:prstGeom>
          <a:solidFill>
            <a:srgbClr val="6470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8C69D7-3639-42B3-912E-E8B8CAA9550C}"/>
              </a:ext>
            </a:extLst>
          </p:cNvPr>
          <p:cNvSpPr>
            <a:spLocks noGrp="1"/>
          </p:cNvSpPr>
          <p:nvPr/>
        </p:nvSpPr>
        <p:spPr>
          <a:xfrm>
            <a:off x="9144000" y="3419475"/>
            <a:ext cx="704850" cy="19050"/>
          </a:xfrm>
          <a:prstGeom prst="rect">
            <a:avLst/>
          </a:prstGeom>
          <a:solidFill>
            <a:srgbClr val="6470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A15E697-DA54-4514-B62D-FEC4F2558322}"/>
              </a:ext>
            </a:extLst>
          </p:cNvPr>
          <p:cNvSpPr>
            <a:spLocks noGrp="1"/>
          </p:cNvSpPr>
          <p:nvPr/>
        </p:nvSpPr>
        <p:spPr>
          <a:xfrm>
            <a:off x="3695700" y="5257800"/>
            <a:ext cx="7734300" cy="495300"/>
          </a:xfrm>
          <a:prstGeom prst="rect">
            <a:avLst/>
          </a:prstGeom>
          <a:solidFill>
            <a:srgbClr val="1F29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5ABB66-1DEB-4D08-9CDF-B9B0F79B2528}"/>
              </a:ext>
            </a:extLst>
          </p:cNvPr>
          <p:cNvSpPr>
            <a:spLocks noGrp="1"/>
          </p:cNvSpPr>
          <p:nvPr/>
        </p:nvSpPr>
        <p:spPr>
          <a:xfrm>
            <a:off x="3943350" y="54102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rendering does not know FSCD, DOCE, copybooks, or concrete origin families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BF1CCE-1C26-4B53-B8C7-CD22FC09ACE0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657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FD4F74-4598-4F22-ABD1-9D3F7210EB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719DEB-3821-4071-856B-DB4052ED4720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47625" cy="68580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51F6B-3A16-4DB2-A42C-78E76AC09188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226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22630"/>
                </a:solidFill>
                <a:latin typeface="Aptos"/>
                <a:ea typeface="Aptos"/>
                <a:cs typeface="Aptos"/>
              </a:rPr>
              <a:t>QUALITY GATES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E34313-2D9E-4700-879B-99AE55C61862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Every migrated document is checked through the same rendering path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20F8A2-E9AA-4D0E-88FA-2A781AC08193}"/>
              </a:ext>
            </a:extLst>
          </p:cNvPr>
          <p:cNvSpPr>
            <a:spLocks noGrp="1"/>
          </p:cNvSpPr>
          <p:nvPr/>
        </p:nvSpPr>
        <p:spPr>
          <a:xfrm>
            <a:off x="1352550" y="2305050"/>
            <a:ext cx="876300" cy="8763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EBFC8A-D2C4-4941-BBE8-DE968DE154F1}"/>
              </a:ext>
            </a:extLst>
          </p:cNvPr>
          <p:cNvSpPr>
            <a:spLocks noGrp="1"/>
          </p:cNvSpPr>
          <p:nvPr/>
        </p:nvSpPr>
        <p:spPr>
          <a:xfrm>
            <a:off x="1352550" y="2457450"/>
            <a:ext cx="876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596540-3F40-46E7-9DBE-745FADB3AF5A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1905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E8B0F6-E4D9-4895-96B6-23CFF7549A75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57150" cy="800100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F26307-2FC4-4915-A381-0EB11F17F1BA}"/>
              </a:ext>
            </a:extLst>
          </p:cNvPr>
          <p:cNvSpPr>
            <a:spLocks noGrp="1"/>
          </p:cNvSpPr>
          <p:nvPr/>
        </p:nvSpPr>
        <p:spPr>
          <a:xfrm>
            <a:off x="1009650" y="3781425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FE9DC3-6AA2-44EF-90CE-DACC641FFD87}"/>
              </a:ext>
            </a:extLst>
          </p:cNvPr>
          <p:cNvSpPr>
            <a:spLocks noGrp="1"/>
          </p:cNvSpPr>
          <p:nvPr/>
        </p:nvSpPr>
        <p:spPr>
          <a:xfrm>
            <a:off x="1009650" y="4038600"/>
            <a:ext cx="1562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model shape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0CDB4B-4F92-4340-9E5A-03CE9C7B69D4}"/>
              </a:ext>
            </a:extLst>
          </p:cNvPr>
          <p:cNvSpPr>
            <a:spLocks noGrp="1"/>
          </p:cNvSpPr>
          <p:nvPr/>
        </p:nvSpPr>
        <p:spPr>
          <a:xfrm>
            <a:off x="3505200" y="2305050"/>
            <a:ext cx="876300" cy="876300"/>
          </a:xfrm>
          <a:prstGeom prst="rect">
            <a:avLst/>
          </a:prstGeom>
          <a:solidFill>
            <a:srgbClr val="1E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11EFD5-4933-459D-ABF7-5698B5DD6F60}"/>
              </a:ext>
            </a:extLst>
          </p:cNvPr>
          <p:cNvSpPr>
            <a:spLocks noGrp="1"/>
          </p:cNvSpPr>
          <p:nvPr/>
        </p:nvSpPr>
        <p:spPr>
          <a:xfrm>
            <a:off x="3505200" y="2457450"/>
            <a:ext cx="876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4BD4E3-CDA0-4766-8EC4-12E4C63A0749}"/>
              </a:ext>
            </a:extLst>
          </p:cNvPr>
          <p:cNvSpPr>
            <a:spLocks noGrp="1"/>
          </p:cNvSpPr>
          <p:nvPr/>
        </p:nvSpPr>
        <p:spPr>
          <a:xfrm>
            <a:off x="2990850" y="3638550"/>
            <a:ext cx="1905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603077-03BA-4BD9-B1FC-C7DDF68532B8}"/>
              </a:ext>
            </a:extLst>
          </p:cNvPr>
          <p:cNvSpPr>
            <a:spLocks noGrp="1"/>
          </p:cNvSpPr>
          <p:nvPr/>
        </p:nvSpPr>
        <p:spPr>
          <a:xfrm>
            <a:off x="2990850" y="3638550"/>
            <a:ext cx="57150" cy="800100"/>
          </a:xfrm>
          <a:prstGeom prst="rect">
            <a:avLst/>
          </a:prstGeom>
          <a:solidFill>
            <a:srgbClr val="1E7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B705B2-9453-4D9F-9EA5-93626040C9BB}"/>
              </a:ext>
            </a:extLst>
          </p:cNvPr>
          <p:cNvSpPr>
            <a:spLocks noGrp="1"/>
          </p:cNvSpPr>
          <p:nvPr/>
        </p:nvSpPr>
        <p:spPr>
          <a:xfrm>
            <a:off x="3162300" y="3781425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Razor render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75519F-902D-437E-AAED-3AB8FC2EA9A5}"/>
              </a:ext>
            </a:extLst>
          </p:cNvPr>
          <p:cNvSpPr>
            <a:spLocks noGrp="1"/>
          </p:cNvSpPr>
          <p:nvPr/>
        </p:nvSpPr>
        <p:spPr>
          <a:xfrm>
            <a:off x="3162300" y="4038600"/>
            <a:ext cx="1562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HTML output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6C0B3F-A2FA-49BC-8758-8807E04C69CA}"/>
              </a:ext>
            </a:extLst>
          </p:cNvPr>
          <p:cNvSpPr>
            <a:spLocks noGrp="1"/>
          </p:cNvSpPr>
          <p:nvPr/>
        </p:nvSpPr>
        <p:spPr>
          <a:xfrm>
            <a:off x="5657850" y="2305050"/>
            <a:ext cx="876300" cy="876300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C69A3F-AFCE-4C51-9CDA-E69544E47086}"/>
              </a:ext>
            </a:extLst>
          </p:cNvPr>
          <p:cNvSpPr>
            <a:spLocks noGrp="1"/>
          </p:cNvSpPr>
          <p:nvPr/>
        </p:nvSpPr>
        <p:spPr>
          <a:xfrm>
            <a:off x="5657850" y="2457450"/>
            <a:ext cx="876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62C991-1DF0-4D2C-89A5-446727E872F6}"/>
              </a:ext>
            </a:extLst>
          </p:cNvPr>
          <p:cNvSpPr>
            <a:spLocks noGrp="1"/>
          </p:cNvSpPr>
          <p:nvPr/>
        </p:nvSpPr>
        <p:spPr>
          <a:xfrm>
            <a:off x="5143500" y="3638550"/>
            <a:ext cx="1905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ED7E7E-09FE-49A6-B049-6EEFFD278ED1}"/>
              </a:ext>
            </a:extLst>
          </p:cNvPr>
          <p:cNvSpPr>
            <a:spLocks noGrp="1"/>
          </p:cNvSpPr>
          <p:nvPr/>
        </p:nvSpPr>
        <p:spPr>
          <a:xfrm>
            <a:off x="5143500" y="3638550"/>
            <a:ext cx="57150" cy="800100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7BB8F4-8243-4F27-BA3C-E6669DA6D990}"/>
              </a:ext>
            </a:extLst>
          </p:cNvPr>
          <p:cNvSpPr>
            <a:spLocks noGrp="1"/>
          </p:cNvSpPr>
          <p:nvPr/>
        </p:nvSpPr>
        <p:spPr>
          <a:xfrm>
            <a:off x="5314950" y="3781425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PDF render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DD62CC-A5FE-40F3-9F16-294B6F529CCA}"/>
              </a:ext>
            </a:extLst>
          </p:cNvPr>
          <p:cNvSpPr>
            <a:spLocks noGrp="1"/>
          </p:cNvSpPr>
          <p:nvPr/>
        </p:nvSpPr>
        <p:spPr>
          <a:xfrm>
            <a:off x="5314950" y="4038600"/>
            <a:ext cx="1562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print output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BEE288-B74E-4C68-929B-4E6163D8FCEA}"/>
              </a:ext>
            </a:extLst>
          </p:cNvPr>
          <p:cNvSpPr>
            <a:spLocks noGrp="1"/>
          </p:cNvSpPr>
          <p:nvPr/>
        </p:nvSpPr>
        <p:spPr>
          <a:xfrm>
            <a:off x="7810500" y="2305050"/>
            <a:ext cx="876300" cy="876300"/>
          </a:xfrm>
          <a:prstGeom prst="rect">
            <a:avLst/>
          </a:prstGeom>
          <a:solidFill>
            <a:srgbClr val="6B46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4DD162-D1AF-4AE0-8583-CC7E1A0CE3D5}"/>
              </a:ext>
            </a:extLst>
          </p:cNvPr>
          <p:cNvSpPr>
            <a:spLocks noGrp="1"/>
          </p:cNvSpPr>
          <p:nvPr/>
        </p:nvSpPr>
        <p:spPr>
          <a:xfrm>
            <a:off x="7810500" y="2457450"/>
            <a:ext cx="876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EFF679-BC9D-4B6C-ADB9-334E8F1E73F5}"/>
              </a:ext>
            </a:extLst>
          </p:cNvPr>
          <p:cNvSpPr>
            <a:spLocks noGrp="1"/>
          </p:cNvSpPr>
          <p:nvPr/>
        </p:nvSpPr>
        <p:spPr>
          <a:xfrm>
            <a:off x="7296150" y="3638550"/>
            <a:ext cx="1905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169BC0-1208-40A9-B829-4A14E9EF2F21}"/>
              </a:ext>
            </a:extLst>
          </p:cNvPr>
          <p:cNvSpPr>
            <a:spLocks noGrp="1"/>
          </p:cNvSpPr>
          <p:nvPr/>
        </p:nvSpPr>
        <p:spPr>
          <a:xfrm>
            <a:off x="7296150" y="3638550"/>
            <a:ext cx="57150" cy="800100"/>
          </a:xfrm>
          <a:prstGeom prst="rect">
            <a:avLst/>
          </a:prstGeom>
          <a:solidFill>
            <a:srgbClr val="6B46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97EC71-43E1-41B8-919E-ED79DF6EE8FF}"/>
              </a:ext>
            </a:extLst>
          </p:cNvPr>
          <p:cNvSpPr>
            <a:spLocks noGrp="1"/>
          </p:cNvSpPr>
          <p:nvPr/>
        </p:nvSpPr>
        <p:spPr>
          <a:xfrm>
            <a:off x="7467600" y="3781425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generated tests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2A9729-6D5A-4645-B1D2-F5F4012FFF75}"/>
              </a:ext>
            </a:extLst>
          </p:cNvPr>
          <p:cNvSpPr>
            <a:spLocks noGrp="1"/>
          </p:cNvSpPr>
          <p:nvPr/>
        </p:nvSpPr>
        <p:spPr>
          <a:xfrm>
            <a:off x="7467600" y="4038600"/>
            <a:ext cx="1562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all samples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31AF009-B71F-43E2-BFF6-F5986EA7BDAC}"/>
              </a:ext>
            </a:extLst>
          </p:cNvPr>
          <p:cNvSpPr>
            <a:spLocks noGrp="1"/>
          </p:cNvSpPr>
          <p:nvPr/>
        </p:nvSpPr>
        <p:spPr>
          <a:xfrm>
            <a:off x="9963150" y="2305050"/>
            <a:ext cx="876300" cy="87630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DC8ED0-2DAD-439E-9C00-3CFDCEF47BF2}"/>
              </a:ext>
            </a:extLst>
          </p:cNvPr>
          <p:cNvSpPr>
            <a:spLocks noGrp="1"/>
          </p:cNvSpPr>
          <p:nvPr/>
        </p:nvSpPr>
        <p:spPr>
          <a:xfrm>
            <a:off x="9963150" y="2457450"/>
            <a:ext cx="876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15CAEB-54AE-46E4-A0D7-DD95527DF18F}"/>
              </a:ext>
            </a:extLst>
          </p:cNvPr>
          <p:cNvSpPr>
            <a:spLocks noGrp="1"/>
          </p:cNvSpPr>
          <p:nvPr/>
        </p:nvSpPr>
        <p:spPr>
          <a:xfrm>
            <a:off x="9448800" y="3638550"/>
            <a:ext cx="19050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1F707FD-67D4-4AFA-AB47-968C89752492}"/>
              </a:ext>
            </a:extLst>
          </p:cNvPr>
          <p:cNvSpPr>
            <a:spLocks noGrp="1"/>
          </p:cNvSpPr>
          <p:nvPr/>
        </p:nvSpPr>
        <p:spPr>
          <a:xfrm>
            <a:off x="9448800" y="3638550"/>
            <a:ext cx="57150" cy="800100"/>
          </a:xfrm>
          <a:prstGeom prst="rect">
            <a:avLst/>
          </a:prstGeom>
          <a:solidFill>
            <a:srgbClr val="D226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746490-A593-4326-8844-8E20062474A3}"/>
              </a:ext>
            </a:extLst>
          </p:cNvPr>
          <p:cNvSpPr>
            <a:spLocks noGrp="1"/>
          </p:cNvSpPr>
          <p:nvPr/>
        </p:nvSpPr>
        <p:spPr>
          <a:xfrm>
            <a:off x="9620250" y="3781425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preview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639B77-9686-4DFB-8CE2-A8F14EA32309}"/>
              </a:ext>
            </a:extLst>
          </p:cNvPr>
          <p:cNvSpPr>
            <a:spLocks noGrp="1"/>
          </p:cNvSpPr>
          <p:nvPr/>
        </p:nvSpPr>
        <p:spPr>
          <a:xfrm>
            <a:off x="9620250" y="4038600"/>
            <a:ext cx="1562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D"/>
                </a:solidFill>
                <a:latin typeface="Aptos"/>
                <a:ea typeface="Aptos"/>
                <a:cs typeface="Aptos"/>
              </a:rPr>
              <a:t>human check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9A6B6D-5A2D-4181-8925-3AEA50BB3BA7}"/>
              </a:ext>
            </a:extLst>
          </p:cNvPr>
          <p:cNvSpPr>
            <a:spLocks noGrp="1"/>
          </p:cNvSpPr>
          <p:nvPr/>
        </p:nvSpPr>
        <p:spPr>
          <a:xfrm>
            <a:off x="1143000" y="5105400"/>
            <a:ext cx="9906000" cy="495300"/>
          </a:xfrm>
          <a:prstGeom prst="rect">
            <a:avLst/>
          </a:prstGeom>
          <a:solidFill>
            <a:srgbClr val="1F29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8D84B4-B8B8-4186-B7D6-14CB09EC414D}"/>
              </a:ext>
            </a:extLst>
          </p:cNvPr>
          <p:cNvSpPr>
            <a:spLocks noGrp="1"/>
          </p:cNvSpPr>
          <p:nvPr/>
        </p:nvSpPr>
        <p:spPr>
          <a:xfrm>
            <a:off x="1466850" y="5257800"/>
            <a:ext cx="9258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Samples are not decoration: they are the contract between migration analysis, template work, and render validation.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79BE3C3-3D65-4B4C-8116-D0135B944048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470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0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16603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472</Words>
  <Application>Microsoft Macintosh PowerPoint</Application>
  <DocSecurity>0</DocSecurity>
  <PresentationFormat>Widescreen</PresentationFormat>
  <Paragraphs>160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João Oliveira</cp:lastModifiedBy>
  <cp:revision>2</cp:revision>
  <dcterms:created xsi:type="dcterms:W3CDTF">2026-05-18T13:08:08Z</dcterms:created>
  <dcterms:modified xsi:type="dcterms:W3CDTF">2026-05-18T16:07:28Z</dcterms:modified>
</cp:coreProperties>
</file>